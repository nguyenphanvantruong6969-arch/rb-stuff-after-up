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5"/>
  </p:notesMasterIdLst>
  <p:sldIdLst>
    <p:sldId id="256" r:id="rId2"/>
    <p:sldId id="257" r:id="rId3"/>
    <p:sldId id="269" r:id="rId20"/>
    <p:sldId id="258" r:id="rId4"/>
    <p:sldId id="259" r:id="rId5"/>
    <p:sldId id="261" r:id="rId6"/>
    <p:sldId id="260" r:id="rId7"/>
    <p:sldId id="266" r:id="rId8"/>
    <p:sldId id="262" r:id="rId9"/>
    <p:sldId id="263" r:id="rId10"/>
    <p:sldId id="264" r:id="rId11"/>
    <p:sldId id="265" r:id="rId12"/>
    <p:sldId id="270" r:id="rId21"/>
    <p:sldId id="267" r:id="rId13"/>
    <p:sldId id="268"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0" d="100"/>
          <a:sy n="70" d="100"/>
        </p:scale>
        <p:origin x="501"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4.xml"/><Relationship Id="rId5" Type="http://schemas.openxmlformats.org/officeDocument/2006/relationships/slide" Target="slides/slide5.xml"/><Relationship Id="rId6" Type="http://schemas.openxmlformats.org/officeDocument/2006/relationships/slide" Target="slides/slide6.xml"/><Relationship Id="rId7" Type="http://schemas.openxmlformats.org/officeDocument/2006/relationships/slide" Target="slides/slide7.xml"/><Relationship Id="rId8" Type="http://schemas.openxmlformats.org/officeDocument/2006/relationships/slide" Target="slides/slide8.xml"/><Relationship Id="rId9" Type="http://schemas.openxmlformats.org/officeDocument/2006/relationships/slide" Target="slides/slide9.xml"/><Relationship Id="rId10" Type="http://schemas.openxmlformats.org/officeDocument/2006/relationships/slide" Target="slides/slide10.xml"/><Relationship Id="rId11" Type="http://schemas.openxmlformats.org/officeDocument/2006/relationships/slide" Target="slides/slide11.xml"/><Relationship Id="rId12" Type="http://schemas.openxmlformats.org/officeDocument/2006/relationships/slide" Target="slides/slide12.xml"/><Relationship Id="rId13" Type="http://schemas.openxmlformats.org/officeDocument/2006/relationships/slide" Target="slides/slide14.xml"/><Relationship Id="rId14" Type="http://schemas.openxmlformats.org/officeDocument/2006/relationships/slide" Target="slides/slide15.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 Id="rId20" Type="http://schemas.openxmlformats.org/officeDocument/2006/relationships/slide" Target="slides/slide3.xml"/><Relationship Id="rId21"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r>
              <a:rPr lang="vi-VN" sz="1200" b="1">
                <a:solidFill>
                  <a:srgbClr val="1F1F1F"/>
                </a:solidFill>
                <a:latin typeface="Arial"/>
              </a:rPr>
              <a:t>Số học sinh theo nguyện vọng được xếp</a:t>
            </a:r>
          </a:p>
        </c:rich>
      </c:tx>
      <c:overlay val="0"/>
    </c:title>
    <c:autoTitleDeleted val="0"/>
    <c:plotArea>
      <c:layout/>
      <c:barChart>
        <c:barDir val="col"/>
        <c:grouping val="clustered"/>
        <c:varyColors val="1"/>
        <c:ser>
          <c:idx val="0"/>
          <c:order val="0"/>
          <c:tx>
            <c:strRef>
              <c:f>Sheet1!$B$1</c:f>
              <c:strCache>
                <c:ptCount val="1"/>
                <c:pt idx="0">
                  <c:v>Số học sinh</c:v>
                </c:pt>
              </c:strCache>
            </c:strRef>
          </c:tx>
          <c:spPr>
            <a:solidFill>
              <a:srgbClr val="3F6B52"/>
            </a:solidFill>
          </c:spPr>
          <c:invertIfNegative val="1"/>
          <c:dLbls>
            <c:numFmt formatCode="0" sourceLinked="0"/>
            <c:spPr>
              <a:noFill/>
              <a:ln>
                <a:noFill/>
              </a:ln>
              <a:effectLst/>
            </c:spPr>
            <c:txPr>
              <a:bodyPr/>
              <a:lstStyle/>
              <a:p>
                <a:pPr>
                  <a:defRPr sz="1100">
                    <a:latin typeface="Aria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NV 1</c:v>
                </c:pt>
                <c:pt idx="1">
                  <c:v>NV 2</c:v>
                </c:pt>
                <c:pt idx="2">
                  <c:v>NV 3</c:v>
                </c:pt>
                <c:pt idx="3">
                  <c:v>NV 4</c:v>
                </c:pt>
                <c:pt idx="4">
                  <c:v>NV 5</c:v>
                </c:pt>
                <c:pt idx="5">
                  <c:v>NV 6</c:v>
                </c:pt>
              </c:strCache>
            </c:strRef>
          </c:cat>
          <c:val>
            <c:numRef>
              <c:f>Sheet1!$B$2:$B$7</c:f>
              <c:numCache>
                <c:formatCode>General</c:formatCode>
                <c:ptCount val="6"/>
                <c:pt idx="0">
                  <c:v>54</c:v>
                </c:pt>
                <c:pt idx="1">
                  <c:v>46</c:v>
                </c:pt>
                <c:pt idx="2">
                  <c:v>21</c:v>
                </c:pt>
                <c:pt idx="3">
                  <c:v>11</c:v>
                </c:pt>
                <c:pt idx="4">
                  <c:v>7</c:v>
                </c:pt>
                <c:pt idx="5">
                  <c:v>1</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B6AD-4CAA-8EDC-E7414E52B2AA}"/>
            </c:ext>
          </c:extLst>
        </c:ser>
        <c:dLbls>
          <c:dLblPos val="outEnd"/>
          <c:showLegendKey val="0"/>
          <c:showVal val="1"/>
          <c:showCatName val="0"/>
          <c:showSerName val="0"/>
          <c:showPercent val="0"/>
          <c:showBubbleSize val="0"/>
        </c:dLbls>
        <c:gapWidth val="60"/>
        <c:axId val="-2068027336"/>
        <c:axId val="-2113994440"/>
      </c:barChart>
      <c:catAx>
        <c:axId val="-2068027336"/>
        <c:scaling>
          <c:orientation val="minMax"/>
        </c:scaling>
        <c:delete val="0"/>
        <c:axPos val="b"/>
        <c:numFmt formatCode="General" sourceLinked="0"/>
        <c:majorTickMark val="out"/>
        <c:minorTickMark val="none"/>
        <c:tickLblPos val="nextTo"/>
        <c:txPr>
          <a:bodyPr/>
          <a:lstStyle/>
          <a:p>
            <a:pPr>
              <a:defRPr sz="1100">
                <a:solidFill>
                  <a:srgbClr val="595959"/>
                </a:solidFill>
              </a:defRPr>
            </a:pPr>
            <a:endParaRPr lang="en-US"/>
          </a:p>
        </c:txPr>
        <c:crossAx val="-2113994440"/>
        <c:crosses val="autoZero"/>
        <c:auto val="1"/>
        <c:lblAlgn val="ctr"/>
        <c:lblOffset val="100"/>
        <c:noMultiLvlLbl val="0"/>
      </c:catAx>
      <c:valAx>
        <c:axId val="-2113994440"/>
        <c:scaling>
          <c:orientation val="minMax"/>
        </c:scaling>
        <c:delete val="0"/>
        <c:axPos val="l"/>
        <c:majorGridlines>
          <c:spPr>
            <a:ln>
              <a:solidFill>
                <a:srgbClr val="E3E3E3"/>
              </a:solidFill>
            </a:ln>
          </c:spPr>
        </c:majorGridlines>
        <c:numFmt formatCode="General" sourceLinked="1"/>
        <c:majorTickMark val="out"/>
        <c:minorTickMark val="none"/>
        <c:tickLblPos val="nextTo"/>
        <c:spPr>
          <a:ln>
            <a:noFill/>
          </a:ln>
        </c:spPr>
        <c:txPr>
          <a:bodyPr/>
          <a:lstStyle/>
          <a:p>
            <a:pPr>
              <a:defRPr sz="1000">
                <a:solidFill>
                  <a:srgbClr val="595959"/>
                </a:solidFill>
              </a:defRPr>
            </a:pPr>
            <a:endParaRPr lang="en-US"/>
          </a:p>
        </c:txPr>
        <c:crossAx val="-2068027336"/>
        <c:crosses val="autoZero"/>
        <c:crossBetween val="between"/>
      </c:valAx>
    </c:plotArea>
    <c:plotVisOnly val="1"/>
    <c:dispBlanksAs val="gap"/>
    <c:showDLblsOverMax val="1"/>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E031DF7-A598-4BE1-8BBD-413E1E50381D}" type="datetimeFigureOut">
              <a:rPr lang="en-US" smtClean="0"/>
              <a:t>9/25/2026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77EF391-9EC8-46DA-9374-EF11EAFE716E}" type="slidenum">
              <a:rPr lang="en-US" smtClean="0"/>
              <a:t>‹#›</a:t>
            </a:fld>
            <a:endParaRPr lang="en-US"/>
          </a:p>
        </p:txBody>
      </p:sp>
    </p:spTree>
    <p:extLst>
      <p:ext uri="{BB962C8B-B14F-4D97-AF65-F5344CB8AC3E}">
        <p14:creationId xmlns:p14="http://schemas.microsoft.com/office/powerpoint/2010/main" val="29163668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Bên trái là 6 bước phần mềm tự làm sau khi bấm Chạy sắp xếp. Bên phải giải thích bước 4. Nhấn mạnh chữ giữ tạm: ở vòng 2, Dũng đến sau nhưng điểm cao hơn nên vẫn vào được, Chi bị đẩy ra và nộp tiếp nguyện vọng 2. Bình không thi nên ở Tầng 2, luôn đứng sau các học sinh đã thi. CLB không biết học sinh xếp mình ở nguyện vọng mấy. Nếu bước 4 phát hiện kết quả không ổn định, phần mềm hủy toàn bộ lần chạy. Suất dự trữ: nhà trường có thể dành một số chỗ ở mỗi CLB cho một nhóm, ví dụ học sinh diện chính sách hoặc khối 10. CLB xét nhóm này trước, lấy tối đa bằng số suất dự trữ; sau đó xét chung toàn bộ phần còn lại. Suất dự trữ là mềm: không đủ học sinh thuộc nhóm thì chỗ thừa tự trả lại cho xét chung, CLB không bị trống chỗ.</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Số liệu lấy từ phần mềm, chạy bộ du_lieu_test/bo_sach với hạt giống bốc thăm 42: 140 học sinh, 12 CLB, 150 chỗ, trong đó 16 suất dự trữ. Cả 140 học sinh đều có CLB; 9 trên 12 CLB kín chỗ, còn 10 chỗ trống. 54 học sinh (39%) được nguyện vọng 1. Tỉ lệ nguyện vọng 1 không cao vì bộ này cố ý cho mọi học sinh thi 4 CLB và ghi 6 nguyện vọng, nên nguyện vọng đầu cạnh tranh gắt. Đây là dữ liệu mô phỏng.</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Bốn góc của slide: góc trên bên trái là ba thông số phần mềm cho biết; dưới bên trái là tỉ lệ lấp đầy từng CLB, phần màu vàng là chỗ vào bằng suất dự trữ; trên bên phải là bảng theo từng CLB với cột Tỉ lệ chọi, bằng số học sinh đăng ký chia cho số chỗ, ví dụ CLB Cờ vua 67 học sinh cho 4 chỗ nên tỉ lệ chọi 16,75; dưới bên phải là số học sinh được nguyện vọng 1, 2, 3 và từ 4 trở lên. Tất cả là dữ liệu mô phỏng.</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Bảng bên phải là bằng chứng cho hai con số bên trái. Mỗi bộ dữ liệu được chạy lại với 200 hạt giống bốc thăm khác nhau. Không lần nào có cặp phá vỡ. Trên tổng 270 học sinh, chỉ 3 học sinh có lúc có chỗ, có lúc không, tùy lần bốc thăm, tức 1,1%. Lưu ý: số học sinh có thể đổi sang CLB khác khi đổi bốc thăm thì nhiều hơn, nhưng các học sinh đó vẫn luôn có chỗ. Nguồn: du_lieu_test/SO_LIEU_DA_KIEM_CHUNG.md mục 3c, thử tải trong du_lieu_test/thu_tai, và bộ kiểm thử chạy ngày 25/09: 757 bài đều đạt.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này để người nghe tra lại khi gặp từ lạ ở các slide sau. Không cần đọc hết; chỉ nhấn vào cặp phá vỡ, kết quả ổn định và số bốc thăm.</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Mỗi CLB xếp các học sinh đăng ký thành hai tầng. Tầng 1 là học sinh đã thi, xếp theo điểm; nếu bằng điểm thì ai có số bốc thăm nhỏ hơn đứng trước, như An và Hòa cùng 8 điểm. Tầng 2 là học sinh không thi, xếp theo số bốc thăm, và luôn đứng sau cả Tầng 1: Bình có số bốc thăm 3, nhỏ nhất, nhưng vẫn xếp cuối vì không thi. CLB không được biết học sinh xếp mình là nguyện vọng thứ mấy, nên học sinh không cần khai chiến thuật. Ví dụ này minh họa quy tắc, không phải dữ liệu thật.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 lý do do nhóm nêu. Dòng nhỏ dưới mỗi ý là bằng chứng lấy từ chính dự án: bộ kiểm thử chạy ngày 25/09 đạt 757/757; báo cáo mục 2.2.1 mô tả cách xếp theo thứ tự đăng ký tại trường; hướng dẫn sử dụng ghi phần mềm chạy ngoại tuyến trên Windows 10 và 11, không cần cài đặt.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A3AD9C-2787-2D6E-8B3D-7793697BEB78}"/>
              </a:ext>
            </a:extLst>
          </p:cNvPr>
          <p:cNvSpPr txBox="1">
            <a:spLocks noGrp="1"/>
          </p:cNvSpPr>
          <p:nvPr>
            <p:ph type="ctrTitle"/>
          </p:nvPr>
        </p:nvSpPr>
        <p:spPr>
          <a:xfrm>
            <a:off x="1524003" y="1122361"/>
            <a:ext cx="9144000" cy="2387598"/>
          </a:xfrm>
        </p:spPr>
        <p:txBody>
          <a:bodyPr anchor="b" anchorCtr="1"/>
          <a:lstStyle>
            <a:lvl1pPr algn="ctr">
              <a:defRPr sz="6000"/>
            </a:lvl1pPr>
          </a:lstStyle>
          <a:p>
            <a:pPr lvl="0"/>
            <a:r>
              <a:rPr lang="vi-VN"/>
              <a:t>Click to edit Master title style</a:t>
            </a:r>
          </a:p>
        </p:txBody>
      </p:sp>
      <p:sp>
        <p:nvSpPr>
          <p:cNvPr id="3" name="Subtitle 2">
            <a:extLst>
              <a:ext uri="{FF2B5EF4-FFF2-40B4-BE49-F238E27FC236}">
                <a16:creationId xmlns:a16="http://schemas.microsoft.com/office/drawing/2014/main" id="{3D7D0FE4-5966-1982-ABC2-9BB4D14643C3}"/>
              </a:ext>
            </a:extLst>
          </p:cNvPr>
          <p:cNvSpPr txBox="1">
            <a:spLocks noGrp="1"/>
          </p:cNvSpPr>
          <p:nvPr>
            <p:ph type="subTitle" idx="1"/>
          </p:nvPr>
        </p:nvSpPr>
        <p:spPr>
          <a:xfrm>
            <a:off x="1524003" y="3602041"/>
            <a:ext cx="9144000" cy="1655758"/>
          </a:xfrm>
        </p:spPr>
        <p:txBody>
          <a:bodyPr anchorCtr="1"/>
          <a:lstStyle>
            <a:lvl1pPr marL="0" indent="0" algn="ctr">
              <a:buNone/>
              <a:defRPr sz="2400"/>
            </a:lvl1pPr>
          </a:lstStyle>
          <a:p>
            <a:pPr lvl="0"/>
            <a:r>
              <a:rPr lang="vi-VN"/>
              <a:t>Click to edit Master subtitle style</a:t>
            </a:r>
          </a:p>
        </p:txBody>
      </p:sp>
      <p:sp>
        <p:nvSpPr>
          <p:cNvPr id="4" name="Date Placeholder 3">
            <a:extLst>
              <a:ext uri="{FF2B5EF4-FFF2-40B4-BE49-F238E27FC236}">
                <a16:creationId xmlns:a16="http://schemas.microsoft.com/office/drawing/2014/main" id="{0FEF36C7-A708-3694-0003-0D489558ECB0}"/>
              </a:ext>
            </a:extLst>
          </p:cNvPr>
          <p:cNvSpPr txBox="1">
            <a:spLocks noGrp="1"/>
          </p:cNvSpPr>
          <p:nvPr>
            <p:ph type="dt" sz="half" idx="7"/>
          </p:nvPr>
        </p:nvSpPr>
        <p:spPr/>
        <p:txBody>
          <a:bodyPr/>
          <a:lstStyle>
            <a:lvl1pPr>
              <a:defRPr/>
            </a:lvl1pPr>
          </a:lstStyle>
          <a:p>
            <a:pPr lvl="0"/>
            <a:fld id="{7AA33932-D5B9-4B57-9B2F-FE62C4F2C626}" type="datetime1">
              <a:rPr lang="vi-VN"/>
              <a:pPr lvl="0"/>
              <a:t>25/09/2026</a:t>
            </a:fld>
            <a:endParaRPr lang="vi-VN"/>
          </a:p>
        </p:txBody>
      </p:sp>
      <p:sp>
        <p:nvSpPr>
          <p:cNvPr id="5" name="Footer Placeholder 4">
            <a:extLst>
              <a:ext uri="{FF2B5EF4-FFF2-40B4-BE49-F238E27FC236}">
                <a16:creationId xmlns:a16="http://schemas.microsoft.com/office/drawing/2014/main" id="{E6620193-8E25-A4D6-D72B-ABE181CEB562}"/>
              </a:ext>
            </a:extLst>
          </p:cNvPr>
          <p:cNvSpPr txBox="1">
            <a:spLocks noGrp="1"/>
          </p:cNvSpPr>
          <p:nvPr>
            <p:ph type="ftr" sz="quarter" idx="9"/>
          </p:nvPr>
        </p:nvSpPr>
        <p:spPr/>
        <p:txBody>
          <a:bodyPr/>
          <a:lstStyle>
            <a:lvl1pPr>
              <a:defRPr/>
            </a:lvl1pPr>
          </a:lstStyle>
          <a:p>
            <a:pPr lvl="0"/>
            <a:endParaRPr lang="vi-VN"/>
          </a:p>
        </p:txBody>
      </p:sp>
      <p:sp>
        <p:nvSpPr>
          <p:cNvPr id="6" name="Slide Number Placeholder 5">
            <a:extLst>
              <a:ext uri="{FF2B5EF4-FFF2-40B4-BE49-F238E27FC236}">
                <a16:creationId xmlns:a16="http://schemas.microsoft.com/office/drawing/2014/main" id="{B4594BEA-4E58-29E5-EBBD-597B3ABB4ECB}"/>
              </a:ext>
            </a:extLst>
          </p:cNvPr>
          <p:cNvSpPr txBox="1">
            <a:spLocks noGrp="1"/>
          </p:cNvSpPr>
          <p:nvPr>
            <p:ph type="sldNum" sz="quarter" idx="8"/>
          </p:nvPr>
        </p:nvSpPr>
        <p:spPr/>
        <p:txBody>
          <a:bodyPr/>
          <a:lstStyle>
            <a:lvl1pPr>
              <a:defRPr/>
            </a:lvl1pPr>
          </a:lstStyle>
          <a:p>
            <a:pPr lvl="0"/>
            <a:fld id="{1611D3C9-163B-45C8-AB9C-2A3CAB77BB11}" type="slidenum">
              <a:t>‹#›</a:t>
            </a:fld>
            <a:endParaRPr lang="vi-VN"/>
          </a:p>
        </p:txBody>
      </p:sp>
    </p:spTree>
    <p:extLst>
      <p:ext uri="{BB962C8B-B14F-4D97-AF65-F5344CB8AC3E}">
        <p14:creationId xmlns:p14="http://schemas.microsoft.com/office/powerpoint/2010/main" val="259519949"/>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9D3F74-EB88-3019-8357-4749237C279B}"/>
              </a:ext>
            </a:extLst>
          </p:cNvPr>
          <p:cNvSpPr txBox="1">
            <a:spLocks noGrp="1"/>
          </p:cNvSpPr>
          <p:nvPr>
            <p:ph type="title"/>
          </p:nvPr>
        </p:nvSpPr>
        <p:spPr/>
        <p:txBody>
          <a:bodyPr/>
          <a:lstStyle>
            <a:lvl1pPr>
              <a:defRPr/>
            </a:lvl1pPr>
          </a:lstStyle>
          <a:p>
            <a:pPr lvl="0"/>
            <a:r>
              <a:rPr lang="vi-VN"/>
              <a:t>Click to edit Master title style</a:t>
            </a:r>
          </a:p>
        </p:txBody>
      </p:sp>
      <p:sp>
        <p:nvSpPr>
          <p:cNvPr id="3" name="Content Placeholder 2">
            <a:extLst>
              <a:ext uri="{FF2B5EF4-FFF2-40B4-BE49-F238E27FC236}">
                <a16:creationId xmlns:a16="http://schemas.microsoft.com/office/drawing/2014/main" id="{ED3FBB21-DB38-13C5-09C7-6E4DC5C319E5}"/>
              </a:ext>
            </a:extLst>
          </p:cNvPr>
          <p:cNvSpPr txBox="1">
            <a:spLocks noGrp="1"/>
          </p:cNvSpPr>
          <p:nvPr>
            <p:ph idx="1"/>
          </p:nvPr>
        </p:nvSpPr>
        <p:spPr/>
        <p:txBody>
          <a:bodyPr/>
          <a:lstStyle>
            <a:lvl1pPr>
              <a:defRPr/>
            </a:lvl1pPr>
            <a:lvl2pPr>
              <a:defRPr/>
            </a:lvl2pPr>
            <a:lvl3pPr>
              <a:defRPr/>
            </a:lvl3pPr>
            <a:lvl4pPr>
              <a:defRPr/>
            </a:lvl4pPr>
            <a:lvl5pPr>
              <a:defRPr/>
            </a:lvl5pPr>
          </a:lstStyle>
          <a:p>
            <a:pPr lvl="0"/>
            <a:r>
              <a:rPr lang="vi-VN"/>
              <a:t>Click to edit Master text styles</a:t>
            </a:r>
          </a:p>
          <a:p>
            <a:pPr lvl="1"/>
            <a:r>
              <a:rPr lang="vi-VN"/>
              <a:t>Second level</a:t>
            </a:r>
          </a:p>
          <a:p>
            <a:pPr lvl="2"/>
            <a:r>
              <a:rPr lang="vi-VN"/>
              <a:t>Third level</a:t>
            </a:r>
          </a:p>
          <a:p>
            <a:pPr lvl="3"/>
            <a:r>
              <a:rPr lang="vi-VN"/>
              <a:t>Fourth level</a:t>
            </a:r>
          </a:p>
          <a:p>
            <a:pPr lvl="4"/>
            <a:r>
              <a:rPr lang="vi-VN"/>
              <a:t>Fifth level</a:t>
            </a:r>
          </a:p>
        </p:txBody>
      </p:sp>
      <p:sp>
        <p:nvSpPr>
          <p:cNvPr id="4" name="Date Placeholder 3">
            <a:extLst>
              <a:ext uri="{FF2B5EF4-FFF2-40B4-BE49-F238E27FC236}">
                <a16:creationId xmlns:a16="http://schemas.microsoft.com/office/drawing/2014/main" id="{24670BAB-1348-E787-58B5-1E98F6244E15}"/>
              </a:ext>
            </a:extLst>
          </p:cNvPr>
          <p:cNvSpPr txBox="1">
            <a:spLocks noGrp="1"/>
          </p:cNvSpPr>
          <p:nvPr>
            <p:ph type="dt" sz="half" idx="7"/>
          </p:nvPr>
        </p:nvSpPr>
        <p:spPr/>
        <p:txBody>
          <a:bodyPr/>
          <a:lstStyle>
            <a:lvl1pPr>
              <a:defRPr/>
            </a:lvl1pPr>
          </a:lstStyle>
          <a:p>
            <a:pPr lvl="0"/>
            <a:fld id="{BC7BCD62-19D0-4E77-943B-FA0DC0EBA3BF}" type="datetime1">
              <a:rPr lang="vi-VN"/>
              <a:pPr lvl="0"/>
              <a:t>25/09/2026</a:t>
            </a:fld>
            <a:endParaRPr lang="vi-VN"/>
          </a:p>
        </p:txBody>
      </p:sp>
      <p:sp>
        <p:nvSpPr>
          <p:cNvPr id="5" name="Footer Placeholder 4">
            <a:extLst>
              <a:ext uri="{FF2B5EF4-FFF2-40B4-BE49-F238E27FC236}">
                <a16:creationId xmlns:a16="http://schemas.microsoft.com/office/drawing/2014/main" id="{02A5EB2E-1905-3849-F72C-79D58480AA66}"/>
              </a:ext>
            </a:extLst>
          </p:cNvPr>
          <p:cNvSpPr txBox="1">
            <a:spLocks noGrp="1"/>
          </p:cNvSpPr>
          <p:nvPr>
            <p:ph type="ftr" sz="quarter" idx="9"/>
          </p:nvPr>
        </p:nvSpPr>
        <p:spPr/>
        <p:txBody>
          <a:bodyPr/>
          <a:lstStyle>
            <a:lvl1pPr>
              <a:defRPr/>
            </a:lvl1pPr>
          </a:lstStyle>
          <a:p>
            <a:pPr lvl="0"/>
            <a:endParaRPr lang="vi-VN"/>
          </a:p>
        </p:txBody>
      </p:sp>
      <p:sp>
        <p:nvSpPr>
          <p:cNvPr id="6" name="Slide Number Placeholder 5">
            <a:extLst>
              <a:ext uri="{FF2B5EF4-FFF2-40B4-BE49-F238E27FC236}">
                <a16:creationId xmlns:a16="http://schemas.microsoft.com/office/drawing/2014/main" id="{B4702824-422C-C944-C275-0CC94BC2947D}"/>
              </a:ext>
            </a:extLst>
          </p:cNvPr>
          <p:cNvSpPr txBox="1">
            <a:spLocks noGrp="1"/>
          </p:cNvSpPr>
          <p:nvPr>
            <p:ph type="sldNum" sz="quarter" idx="8"/>
          </p:nvPr>
        </p:nvSpPr>
        <p:spPr/>
        <p:txBody>
          <a:bodyPr/>
          <a:lstStyle>
            <a:lvl1pPr>
              <a:defRPr/>
            </a:lvl1pPr>
          </a:lstStyle>
          <a:p>
            <a:pPr lvl="0"/>
            <a:fld id="{F3BE38D4-F8EB-4480-8B24-8A252B1C513F}" type="slidenum">
              <a:t>‹#›</a:t>
            </a:fld>
            <a:endParaRPr lang="vi-VN"/>
          </a:p>
        </p:txBody>
      </p:sp>
    </p:spTree>
    <p:extLst>
      <p:ext uri="{BB962C8B-B14F-4D97-AF65-F5344CB8AC3E}">
        <p14:creationId xmlns:p14="http://schemas.microsoft.com/office/powerpoint/2010/main" val="3742979810"/>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96BD6E-8463-2108-A308-DABFE7FF818E}"/>
              </a:ext>
            </a:extLst>
          </p:cNvPr>
          <p:cNvSpPr txBox="1">
            <a:spLocks noGrp="1"/>
          </p:cNvSpPr>
          <p:nvPr>
            <p:ph type="title"/>
          </p:nvPr>
        </p:nvSpPr>
        <p:spPr>
          <a:xfrm>
            <a:off x="831847" y="1709735"/>
            <a:ext cx="10515600" cy="2852735"/>
          </a:xfrm>
        </p:spPr>
        <p:txBody>
          <a:bodyPr anchor="b"/>
          <a:lstStyle>
            <a:lvl1pPr>
              <a:defRPr sz="6000"/>
            </a:lvl1pPr>
          </a:lstStyle>
          <a:p>
            <a:pPr lvl="0"/>
            <a:r>
              <a:rPr lang="vi-VN"/>
              <a:t>Click to edit Master title style</a:t>
            </a:r>
          </a:p>
        </p:txBody>
      </p:sp>
      <p:sp>
        <p:nvSpPr>
          <p:cNvPr id="3" name="Text Placeholder 2">
            <a:extLst>
              <a:ext uri="{FF2B5EF4-FFF2-40B4-BE49-F238E27FC236}">
                <a16:creationId xmlns:a16="http://schemas.microsoft.com/office/drawing/2014/main" id="{72A68EF5-2178-2E7B-636E-381B78319BAD}"/>
              </a:ext>
            </a:extLst>
          </p:cNvPr>
          <p:cNvSpPr txBox="1">
            <a:spLocks noGrp="1"/>
          </p:cNvSpPr>
          <p:nvPr>
            <p:ph type="body" idx="1"/>
          </p:nvPr>
        </p:nvSpPr>
        <p:spPr>
          <a:xfrm>
            <a:off x="831847" y="4589465"/>
            <a:ext cx="10515600" cy="1500182"/>
          </a:xfrm>
        </p:spPr>
        <p:txBody>
          <a:bodyPr/>
          <a:lstStyle>
            <a:lvl1pPr marL="0" indent="0">
              <a:buNone/>
              <a:defRPr sz="2400">
                <a:solidFill>
                  <a:srgbClr val="767676"/>
                </a:solidFill>
              </a:defRPr>
            </a:lvl1pPr>
          </a:lstStyle>
          <a:p>
            <a:pPr lvl="0"/>
            <a:r>
              <a:rPr lang="vi-VN"/>
              <a:t>Click to edit Master text styles</a:t>
            </a:r>
          </a:p>
        </p:txBody>
      </p:sp>
      <p:sp>
        <p:nvSpPr>
          <p:cNvPr id="4" name="Date Placeholder 3">
            <a:extLst>
              <a:ext uri="{FF2B5EF4-FFF2-40B4-BE49-F238E27FC236}">
                <a16:creationId xmlns:a16="http://schemas.microsoft.com/office/drawing/2014/main" id="{D0180FF0-DB69-C9AD-D05E-1A673EAD66FF}"/>
              </a:ext>
            </a:extLst>
          </p:cNvPr>
          <p:cNvSpPr txBox="1">
            <a:spLocks noGrp="1"/>
          </p:cNvSpPr>
          <p:nvPr>
            <p:ph type="dt" sz="half" idx="7"/>
          </p:nvPr>
        </p:nvSpPr>
        <p:spPr/>
        <p:txBody>
          <a:bodyPr/>
          <a:lstStyle>
            <a:lvl1pPr>
              <a:defRPr/>
            </a:lvl1pPr>
          </a:lstStyle>
          <a:p>
            <a:pPr lvl="0"/>
            <a:fld id="{22F8731B-6AE6-4397-96E4-4309FE7F3D37}" type="datetime1">
              <a:rPr lang="vi-VN"/>
              <a:pPr lvl="0"/>
              <a:t>25/09/2026</a:t>
            </a:fld>
            <a:endParaRPr lang="vi-VN"/>
          </a:p>
        </p:txBody>
      </p:sp>
      <p:sp>
        <p:nvSpPr>
          <p:cNvPr id="5" name="Footer Placeholder 4">
            <a:extLst>
              <a:ext uri="{FF2B5EF4-FFF2-40B4-BE49-F238E27FC236}">
                <a16:creationId xmlns:a16="http://schemas.microsoft.com/office/drawing/2014/main" id="{4D56A019-1480-4000-AD3A-BEC2CC1533AE}"/>
              </a:ext>
            </a:extLst>
          </p:cNvPr>
          <p:cNvSpPr txBox="1">
            <a:spLocks noGrp="1"/>
          </p:cNvSpPr>
          <p:nvPr>
            <p:ph type="ftr" sz="quarter" idx="9"/>
          </p:nvPr>
        </p:nvSpPr>
        <p:spPr/>
        <p:txBody>
          <a:bodyPr/>
          <a:lstStyle>
            <a:lvl1pPr>
              <a:defRPr/>
            </a:lvl1pPr>
          </a:lstStyle>
          <a:p>
            <a:pPr lvl="0"/>
            <a:endParaRPr lang="vi-VN"/>
          </a:p>
        </p:txBody>
      </p:sp>
      <p:sp>
        <p:nvSpPr>
          <p:cNvPr id="6" name="Slide Number Placeholder 5">
            <a:extLst>
              <a:ext uri="{FF2B5EF4-FFF2-40B4-BE49-F238E27FC236}">
                <a16:creationId xmlns:a16="http://schemas.microsoft.com/office/drawing/2014/main" id="{963A5F8F-44D8-5A2F-FE92-50ECE7216FC8}"/>
              </a:ext>
            </a:extLst>
          </p:cNvPr>
          <p:cNvSpPr txBox="1">
            <a:spLocks noGrp="1"/>
          </p:cNvSpPr>
          <p:nvPr>
            <p:ph type="sldNum" sz="quarter" idx="8"/>
          </p:nvPr>
        </p:nvSpPr>
        <p:spPr/>
        <p:txBody>
          <a:bodyPr/>
          <a:lstStyle>
            <a:lvl1pPr>
              <a:defRPr/>
            </a:lvl1pPr>
          </a:lstStyle>
          <a:p>
            <a:pPr lvl="0"/>
            <a:fld id="{4EC5464D-FBBE-4D85-BDB1-FE6A8D07E0BF}" type="slidenum">
              <a:t>‹#›</a:t>
            </a:fld>
            <a:endParaRPr lang="vi-VN"/>
          </a:p>
        </p:txBody>
      </p:sp>
    </p:spTree>
    <p:extLst>
      <p:ext uri="{BB962C8B-B14F-4D97-AF65-F5344CB8AC3E}">
        <p14:creationId xmlns:p14="http://schemas.microsoft.com/office/powerpoint/2010/main" val="8709539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029671-14EE-0B88-9DB5-7C9AA57400C6}"/>
              </a:ext>
            </a:extLst>
          </p:cNvPr>
          <p:cNvSpPr txBox="1">
            <a:spLocks noGrp="1"/>
          </p:cNvSpPr>
          <p:nvPr>
            <p:ph type="title"/>
          </p:nvPr>
        </p:nvSpPr>
        <p:spPr/>
        <p:txBody>
          <a:bodyPr/>
          <a:lstStyle>
            <a:lvl1pPr>
              <a:defRPr/>
            </a:lvl1pPr>
          </a:lstStyle>
          <a:p>
            <a:pPr lvl="0"/>
            <a:r>
              <a:rPr lang="vi-VN"/>
              <a:t>Click to edit Master title style</a:t>
            </a:r>
          </a:p>
        </p:txBody>
      </p:sp>
      <p:sp>
        <p:nvSpPr>
          <p:cNvPr id="3" name="Content Placeholder 2">
            <a:extLst>
              <a:ext uri="{FF2B5EF4-FFF2-40B4-BE49-F238E27FC236}">
                <a16:creationId xmlns:a16="http://schemas.microsoft.com/office/drawing/2014/main" id="{6C2037BE-2D38-3798-6491-163783D16614}"/>
              </a:ext>
            </a:extLst>
          </p:cNvPr>
          <p:cNvSpPr txBox="1">
            <a:spLocks noGrp="1"/>
          </p:cNvSpPr>
          <p:nvPr>
            <p:ph idx="1"/>
          </p:nvPr>
        </p:nvSpPr>
        <p:spPr>
          <a:xfrm>
            <a:off x="838203" y="1825627"/>
            <a:ext cx="5181603" cy="4351336"/>
          </a:xfrm>
        </p:spPr>
        <p:txBody>
          <a:bodyPr/>
          <a:lstStyle>
            <a:lvl1pPr>
              <a:defRPr/>
            </a:lvl1pPr>
            <a:lvl2pPr>
              <a:defRPr/>
            </a:lvl2pPr>
            <a:lvl3pPr>
              <a:defRPr/>
            </a:lvl3pPr>
            <a:lvl4pPr>
              <a:defRPr/>
            </a:lvl4pPr>
            <a:lvl5pPr>
              <a:defRPr/>
            </a:lvl5pPr>
          </a:lstStyle>
          <a:p>
            <a:pPr lvl="0"/>
            <a:r>
              <a:rPr lang="vi-VN"/>
              <a:t>Click to edit Master text styles</a:t>
            </a:r>
          </a:p>
          <a:p>
            <a:pPr lvl="1"/>
            <a:r>
              <a:rPr lang="vi-VN"/>
              <a:t>Second level</a:t>
            </a:r>
          </a:p>
          <a:p>
            <a:pPr lvl="2"/>
            <a:r>
              <a:rPr lang="vi-VN"/>
              <a:t>Third level</a:t>
            </a:r>
          </a:p>
          <a:p>
            <a:pPr lvl="3"/>
            <a:r>
              <a:rPr lang="vi-VN"/>
              <a:t>Fourth level</a:t>
            </a:r>
          </a:p>
          <a:p>
            <a:pPr lvl="4"/>
            <a:r>
              <a:rPr lang="vi-VN"/>
              <a:t>Fifth level</a:t>
            </a:r>
          </a:p>
        </p:txBody>
      </p:sp>
      <p:sp>
        <p:nvSpPr>
          <p:cNvPr id="4" name="Content Placeholder 3">
            <a:extLst>
              <a:ext uri="{FF2B5EF4-FFF2-40B4-BE49-F238E27FC236}">
                <a16:creationId xmlns:a16="http://schemas.microsoft.com/office/drawing/2014/main" id="{0736ADA2-800B-3967-3C74-2F28493B3DC1}"/>
              </a:ext>
            </a:extLst>
          </p:cNvPr>
          <p:cNvSpPr txBox="1">
            <a:spLocks noGrp="1"/>
          </p:cNvSpPr>
          <p:nvPr>
            <p:ph idx="2"/>
          </p:nvPr>
        </p:nvSpPr>
        <p:spPr>
          <a:xfrm>
            <a:off x="6172200" y="1825627"/>
            <a:ext cx="5181603" cy="4351336"/>
          </a:xfrm>
        </p:spPr>
        <p:txBody>
          <a:bodyPr/>
          <a:lstStyle>
            <a:lvl1pPr>
              <a:defRPr/>
            </a:lvl1pPr>
            <a:lvl2pPr>
              <a:defRPr/>
            </a:lvl2pPr>
            <a:lvl3pPr>
              <a:defRPr/>
            </a:lvl3pPr>
            <a:lvl4pPr>
              <a:defRPr/>
            </a:lvl4pPr>
            <a:lvl5pPr>
              <a:defRPr/>
            </a:lvl5pPr>
          </a:lstStyle>
          <a:p>
            <a:pPr lvl="0"/>
            <a:r>
              <a:rPr lang="vi-VN"/>
              <a:t>Click to edit Master text styles</a:t>
            </a:r>
          </a:p>
          <a:p>
            <a:pPr lvl="1"/>
            <a:r>
              <a:rPr lang="vi-VN"/>
              <a:t>Second level</a:t>
            </a:r>
          </a:p>
          <a:p>
            <a:pPr lvl="2"/>
            <a:r>
              <a:rPr lang="vi-VN"/>
              <a:t>Third level</a:t>
            </a:r>
          </a:p>
          <a:p>
            <a:pPr lvl="3"/>
            <a:r>
              <a:rPr lang="vi-VN"/>
              <a:t>Fourth level</a:t>
            </a:r>
          </a:p>
          <a:p>
            <a:pPr lvl="4"/>
            <a:r>
              <a:rPr lang="vi-VN"/>
              <a:t>Fifth level</a:t>
            </a:r>
          </a:p>
        </p:txBody>
      </p:sp>
      <p:sp>
        <p:nvSpPr>
          <p:cNvPr id="5" name="Date Placeholder 4">
            <a:extLst>
              <a:ext uri="{FF2B5EF4-FFF2-40B4-BE49-F238E27FC236}">
                <a16:creationId xmlns:a16="http://schemas.microsoft.com/office/drawing/2014/main" id="{DCD45F2D-8B50-D512-DC6C-6F5899F368DE}"/>
              </a:ext>
            </a:extLst>
          </p:cNvPr>
          <p:cNvSpPr txBox="1">
            <a:spLocks noGrp="1"/>
          </p:cNvSpPr>
          <p:nvPr>
            <p:ph type="dt" sz="half" idx="7"/>
          </p:nvPr>
        </p:nvSpPr>
        <p:spPr/>
        <p:txBody>
          <a:bodyPr/>
          <a:lstStyle>
            <a:lvl1pPr>
              <a:defRPr/>
            </a:lvl1pPr>
          </a:lstStyle>
          <a:p>
            <a:pPr lvl="0"/>
            <a:fld id="{DF937529-2119-4D4A-A075-9F8CB5AADCC7}" type="datetime1">
              <a:rPr lang="vi-VN"/>
              <a:pPr lvl="0"/>
              <a:t>25/09/2026</a:t>
            </a:fld>
            <a:endParaRPr lang="vi-VN"/>
          </a:p>
        </p:txBody>
      </p:sp>
      <p:sp>
        <p:nvSpPr>
          <p:cNvPr id="6" name="Footer Placeholder 5">
            <a:extLst>
              <a:ext uri="{FF2B5EF4-FFF2-40B4-BE49-F238E27FC236}">
                <a16:creationId xmlns:a16="http://schemas.microsoft.com/office/drawing/2014/main" id="{EDC95C15-221D-5F25-9701-6A18AFC4BEC6}"/>
              </a:ext>
            </a:extLst>
          </p:cNvPr>
          <p:cNvSpPr txBox="1">
            <a:spLocks noGrp="1"/>
          </p:cNvSpPr>
          <p:nvPr>
            <p:ph type="ftr" sz="quarter" idx="9"/>
          </p:nvPr>
        </p:nvSpPr>
        <p:spPr/>
        <p:txBody>
          <a:bodyPr/>
          <a:lstStyle>
            <a:lvl1pPr>
              <a:defRPr/>
            </a:lvl1pPr>
          </a:lstStyle>
          <a:p>
            <a:pPr lvl="0"/>
            <a:endParaRPr lang="vi-VN"/>
          </a:p>
        </p:txBody>
      </p:sp>
      <p:sp>
        <p:nvSpPr>
          <p:cNvPr id="7" name="Slide Number Placeholder 6">
            <a:extLst>
              <a:ext uri="{FF2B5EF4-FFF2-40B4-BE49-F238E27FC236}">
                <a16:creationId xmlns:a16="http://schemas.microsoft.com/office/drawing/2014/main" id="{EA6B3256-DC40-4573-D650-311D05E6AA04}"/>
              </a:ext>
            </a:extLst>
          </p:cNvPr>
          <p:cNvSpPr txBox="1">
            <a:spLocks noGrp="1"/>
          </p:cNvSpPr>
          <p:nvPr>
            <p:ph type="sldNum" sz="quarter" idx="8"/>
          </p:nvPr>
        </p:nvSpPr>
        <p:spPr/>
        <p:txBody>
          <a:bodyPr/>
          <a:lstStyle>
            <a:lvl1pPr>
              <a:defRPr/>
            </a:lvl1pPr>
          </a:lstStyle>
          <a:p>
            <a:pPr lvl="0"/>
            <a:fld id="{455D440D-50D9-459B-A8BA-706E20E9A62A}" type="slidenum">
              <a:t>‹#›</a:t>
            </a:fld>
            <a:endParaRPr lang="vi-VN"/>
          </a:p>
        </p:txBody>
      </p:sp>
    </p:spTree>
    <p:extLst>
      <p:ext uri="{BB962C8B-B14F-4D97-AF65-F5344CB8AC3E}">
        <p14:creationId xmlns:p14="http://schemas.microsoft.com/office/powerpoint/2010/main" val="31024261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2DCA59-D089-4486-FB02-4D89E1A3148C}"/>
              </a:ext>
            </a:extLst>
          </p:cNvPr>
          <p:cNvSpPr txBox="1">
            <a:spLocks noGrp="1"/>
          </p:cNvSpPr>
          <p:nvPr>
            <p:ph type="title"/>
          </p:nvPr>
        </p:nvSpPr>
        <p:spPr>
          <a:xfrm>
            <a:off x="839784" y="365129"/>
            <a:ext cx="10515600" cy="1325559"/>
          </a:xfrm>
        </p:spPr>
        <p:txBody>
          <a:bodyPr/>
          <a:lstStyle>
            <a:lvl1pPr>
              <a:defRPr/>
            </a:lvl1pPr>
          </a:lstStyle>
          <a:p>
            <a:pPr lvl="0"/>
            <a:r>
              <a:rPr lang="vi-VN"/>
              <a:t>Click to edit Master title style</a:t>
            </a:r>
          </a:p>
        </p:txBody>
      </p:sp>
      <p:sp>
        <p:nvSpPr>
          <p:cNvPr id="3" name="Text Placeholder 2">
            <a:extLst>
              <a:ext uri="{FF2B5EF4-FFF2-40B4-BE49-F238E27FC236}">
                <a16:creationId xmlns:a16="http://schemas.microsoft.com/office/drawing/2014/main" id="{5948C157-5BBF-A8AF-65D2-2673ED156FFD}"/>
              </a:ext>
            </a:extLst>
          </p:cNvPr>
          <p:cNvSpPr txBox="1">
            <a:spLocks noGrp="1"/>
          </p:cNvSpPr>
          <p:nvPr>
            <p:ph type="body" idx="1"/>
          </p:nvPr>
        </p:nvSpPr>
        <p:spPr>
          <a:xfrm>
            <a:off x="839784" y="1681160"/>
            <a:ext cx="5157782" cy="823910"/>
          </a:xfrm>
        </p:spPr>
        <p:txBody>
          <a:bodyPr anchor="b"/>
          <a:lstStyle>
            <a:lvl1pPr marL="0" indent="0">
              <a:buNone/>
              <a:defRPr sz="2400" b="1"/>
            </a:lvl1pPr>
          </a:lstStyle>
          <a:p>
            <a:pPr lvl="0"/>
            <a:r>
              <a:rPr lang="vi-VN"/>
              <a:t>Click to edit Master text styles</a:t>
            </a:r>
          </a:p>
        </p:txBody>
      </p:sp>
      <p:sp>
        <p:nvSpPr>
          <p:cNvPr id="4" name="Content Placeholder 3">
            <a:extLst>
              <a:ext uri="{FF2B5EF4-FFF2-40B4-BE49-F238E27FC236}">
                <a16:creationId xmlns:a16="http://schemas.microsoft.com/office/drawing/2014/main" id="{0AF6AB63-8845-B446-F503-699E797DAC7A}"/>
              </a:ext>
            </a:extLst>
          </p:cNvPr>
          <p:cNvSpPr txBox="1">
            <a:spLocks noGrp="1"/>
          </p:cNvSpPr>
          <p:nvPr>
            <p:ph idx="2"/>
          </p:nvPr>
        </p:nvSpPr>
        <p:spPr>
          <a:xfrm>
            <a:off x="839784" y="2505071"/>
            <a:ext cx="5157782" cy="3684583"/>
          </a:xfrm>
        </p:spPr>
        <p:txBody>
          <a:bodyPr/>
          <a:lstStyle>
            <a:lvl1pPr>
              <a:defRPr/>
            </a:lvl1pPr>
            <a:lvl2pPr>
              <a:defRPr/>
            </a:lvl2pPr>
            <a:lvl3pPr>
              <a:defRPr/>
            </a:lvl3pPr>
            <a:lvl4pPr>
              <a:defRPr/>
            </a:lvl4pPr>
            <a:lvl5pPr>
              <a:defRPr/>
            </a:lvl5pPr>
          </a:lstStyle>
          <a:p>
            <a:pPr lvl="0"/>
            <a:r>
              <a:rPr lang="vi-VN"/>
              <a:t>Click to edit Master text styles</a:t>
            </a:r>
          </a:p>
          <a:p>
            <a:pPr lvl="1"/>
            <a:r>
              <a:rPr lang="vi-VN"/>
              <a:t>Second level</a:t>
            </a:r>
          </a:p>
          <a:p>
            <a:pPr lvl="2"/>
            <a:r>
              <a:rPr lang="vi-VN"/>
              <a:t>Third level</a:t>
            </a:r>
          </a:p>
          <a:p>
            <a:pPr lvl="3"/>
            <a:r>
              <a:rPr lang="vi-VN"/>
              <a:t>Fourth level</a:t>
            </a:r>
          </a:p>
          <a:p>
            <a:pPr lvl="4"/>
            <a:r>
              <a:rPr lang="vi-VN"/>
              <a:t>Fifth level</a:t>
            </a:r>
          </a:p>
        </p:txBody>
      </p:sp>
      <p:sp>
        <p:nvSpPr>
          <p:cNvPr id="5" name="Text Placeholder 4">
            <a:extLst>
              <a:ext uri="{FF2B5EF4-FFF2-40B4-BE49-F238E27FC236}">
                <a16:creationId xmlns:a16="http://schemas.microsoft.com/office/drawing/2014/main" id="{08F55D53-AC1F-A4CA-8ADF-09CE09C97BEF}"/>
              </a:ext>
            </a:extLst>
          </p:cNvPr>
          <p:cNvSpPr txBox="1">
            <a:spLocks noGrp="1"/>
          </p:cNvSpPr>
          <p:nvPr>
            <p:ph type="body" idx="3"/>
          </p:nvPr>
        </p:nvSpPr>
        <p:spPr>
          <a:xfrm>
            <a:off x="6172200" y="1681160"/>
            <a:ext cx="5183184" cy="823910"/>
          </a:xfrm>
        </p:spPr>
        <p:txBody>
          <a:bodyPr anchor="b"/>
          <a:lstStyle>
            <a:lvl1pPr marL="0" indent="0">
              <a:buNone/>
              <a:defRPr sz="2400" b="1"/>
            </a:lvl1pPr>
          </a:lstStyle>
          <a:p>
            <a:pPr lvl="0"/>
            <a:r>
              <a:rPr lang="vi-VN"/>
              <a:t>Click to edit Master text styles</a:t>
            </a:r>
          </a:p>
        </p:txBody>
      </p:sp>
      <p:sp>
        <p:nvSpPr>
          <p:cNvPr id="6" name="Content Placeholder 5">
            <a:extLst>
              <a:ext uri="{FF2B5EF4-FFF2-40B4-BE49-F238E27FC236}">
                <a16:creationId xmlns:a16="http://schemas.microsoft.com/office/drawing/2014/main" id="{276CB8F5-19C6-CDA5-12A5-06845A49B29A}"/>
              </a:ext>
            </a:extLst>
          </p:cNvPr>
          <p:cNvSpPr txBox="1">
            <a:spLocks noGrp="1"/>
          </p:cNvSpPr>
          <p:nvPr>
            <p:ph idx="4"/>
          </p:nvPr>
        </p:nvSpPr>
        <p:spPr>
          <a:xfrm>
            <a:off x="6172200" y="2505071"/>
            <a:ext cx="5183184" cy="3684583"/>
          </a:xfrm>
        </p:spPr>
        <p:txBody>
          <a:bodyPr/>
          <a:lstStyle>
            <a:lvl1pPr>
              <a:defRPr/>
            </a:lvl1pPr>
            <a:lvl2pPr>
              <a:defRPr/>
            </a:lvl2pPr>
            <a:lvl3pPr>
              <a:defRPr/>
            </a:lvl3pPr>
            <a:lvl4pPr>
              <a:defRPr/>
            </a:lvl4pPr>
            <a:lvl5pPr>
              <a:defRPr/>
            </a:lvl5pPr>
          </a:lstStyle>
          <a:p>
            <a:pPr lvl="0"/>
            <a:r>
              <a:rPr lang="vi-VN"/>
              <a:t>Click to edit Master text styles</a:t>
            </a:r>
          </a:p>
          <a:p>
            <a:pPr lvl="1"/>
            <a:r>
              <a:rPr lang="vi-VN"/>
              <a:t>Second level</a:t>
            </a:r>
          </a:p>
          <a:p>
            <a:pPr lvl="2"/>
            <a:r>
              <a:rPr lang="vi-VN"/>
              <a:t>Third level</a:t>
            </a:r>
          </a:p>
          <a:p>
            <a:pPr lvl="3"/>
            <a:r>
              <a:rPr lang="vi-VN"/>
              <a:t>Fourth level</a:t>
            </a:r>
          </a:p>
          <a:p>
            <a:pPr lvl="4"/>
            <a:r>
              <a:rPr lang="vi-VN"/>
              <a:t>Fifth level</a:t>
            </a:r>
          </a:p>
        </p:txBody>
      </p:sp>
      <p:sp>
        <p:nvSpPr>
          <p:cNvPr id="7" name="Date Placeholder 6">
            <a:extLst>
              <a:ext uri="{FF2B5EF4-FFF2-40B4-BE49-F238E27FC236}">
                <a16:creationId xmlns:a16="http://schemas.microsoft.com/office/drawing/2014/main" id="{8CDFA0AE-25C5-5ADE-A5E6-05B15BF777BD}"/>
              </a:ext>
            </a:extLst>
          </p:cNvPr>
          <p:cNvSpPr txBox="1">
            <a:spLocks noGrp="1"/>
          </p:cNvSpPr>
          <p:nvPr>
            <p:ph type="dt" sz="half" idx="7"/>
          </p:nvPr>
        </p:nvSpPr>
        <p:spPr/>
        <p:txBody>
          <a:bodyPr/>
          <a:lstStyle>
            <a:lvl1pPr>
              <a:defRPr/>
            </a:lvl1pPr>
          </a:lstStyle>
          <a:p>
            <a:pPr lvl="0"/>
            <a:fld id="{C03B2482-B273-4E34-AC74-7799B9C714FF}" type="datetime1">
              <a:rPr lang="vi-VN"/>
              <a:pPr lvl="0"/>
              <a:t>25/09/2026</a:t>
            </a:fld>
            <a:endParaRPr lang="vi-VN"/>
          </a:p>
        </p:txBody>
      </p:sp>
      <p:sp>
        <p:nvSpPr>
          <p:cNvPr id="8" name="Footer Placeholder 7">
            <a:extLst>
              <a:ext uri="{FF2B5EF4-FFF2-40B4-BE49-F238E27FC236}">
                <a16:creationId xmlns:a16="http://schemas.microsoft.com/office/drawing/2014/main" id="{B6E3F72A-5F6C-2EE8-5A3B-8C40D85059CC}"/>
              </a:ext>
            </a:extLst>
          </p:cNvPr>
          <p:cNvSpPr txBox="1">
            <a:spLocks noGrp="1"/>
          </p:cNvSpPr>
          <p:nvPr>
            <p:ph type="ftr" sz="quarter" idx="9"/>
          </p:nvPr>
        </p:nvSpPr>
        <p:spPr/>
        <p:txBody>
          <a:bodyPr/>
          <a:lstStyle>
            <a:lvl1pPr>
              <a:defRPr/>
            </a:lvl1pPr>
          </a:lstStyle>
          <a:p>
            <a:pPr lvl="0"/>
            <a:endParaRPr lang="vi-VN"/>
          </a:p>
        </p:txBody>
      </p:sp>
      <p:sp>
        <p:nvSpPr>
          <p:cNvPr id="9" name="Slide Number Placeholder 8">
            <a:extLst>
              <a:ext uri="{FF2B5EF4-FFF2-40B4-BE49-F238E27FC236}">
                <a16:creationId xmlns:a16="http://schemas.microsoft.com/office/drawing/2014/main" id="{653BC94F-3021-B65E-B64C-9B163BF71AFF}"/>
              </a:ext>
            </a:extLst>
          </p:cNvPr>
          <p:cNvSpPr txBox="1">
            <a:spLocks noGrp="1"/>
          </p:cNvSpPr>
          <p:nvPr>
            <p:ph type="sldNum" sz="quarter" idx="8"/>
          </p:nvPr>
        </p:nvSpPr>
        <p:spPr/>
        <p:txBody>
          <a:bodyPr/>
          <a:lstStyle>
            <a:lvl1pPr>
              <a:defRPr/>
            </a:lvl1pPr>
          </a:lstStyle>
          <a:p>
            <a:pPr lvl="0"/>
            <a:fld id="{152B660B-1FAE-466C-9650-736EF6645B73}" type="slidenum">
              <a:t>‹#›</a:t>
            </a:fld>
            <a:endParaRPr lang="vi-VN"/>
          </a:p>
        </p:txBody>
      </p:sp>
    </p:spTree>
    <p:extLst>
      <p:ext uri="{BB962C8B-B14F-4D97-AF65-F5344CB8AC3E}">
        <p14:creationId xmlns:p14="http://schemas.microsoft.com/office/powerpoint/2010/main" val="31793839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6B3AA1-6C35-862B-90DB-D4824F584AD4}"/>
              </a:ext>
            </a:extLst>
          </p:cNvPr>
          <p:cNvSpPr txBox="1">
            <a:spLocks noGrp="1"/>
          </p:cNvSpPr>
          <p:nvPr>
            <p:ph type="title"/>
          </p:nvPr>
        </p:nvSpPr>
        <p:spPr/>
        <p:txBody>
          <a:bodyPr/>
          <a:lstStyle>
            <a:lvl1pPr>
              <a:defRPr/>
            </a:lvl1pPr>
          </a:lstStyle>
          <a:p>
            <a:pPr lvl="0"/>
            <a:r>
              <a:rPr lang="vi-VN"/>
              <a:t>Click to edit Master title style</a:t>
            </a:r>
          </a:p>
        </p:txBody>
      </p:sp>
      <p:sp>
        <p:nvSpPr>
          <p:cNvPr id="3" name="Date Placeholder 2">
            <a:extLst>
              <a:ext uri="{FF2B5EF4-FFF2-40B4-BE49-F238E27FC236}">
                <a16:creationId xmlns:a16="http://schemas.microsoft.com/office/drawing/2014/main" id="{F2FB3636-4B99-182E-BC02-5B4362B1EBB4}"/>
              </a:ext>
            </a:extLst>
          </p:cNvPr>
          <p:cNvSpPr txBox="1">
            <a:spLocks noGrp="1"/>
          </p:cNvSpPr>
          <p:nvPr>
            <p:ph type="dt" sz="half" idx="7"/>
          </p:nvPr>
        </p:nvSpPr>
        <p:spPr/>
        <p:txBody>
          <a:bodyPr/>
          <a:lstStyle>
            <a:lvl1pPr>
              <a:defRPr/>
            </a:lvl1pPr>
          </a:lstStyle>
          <a:p>
            <a:pPr lvl="0"/>
            <a:fld id="{474D79C0-10C1-4697-AA7B-3901AB52AB50}" type="datetime1">
              <a:rPr lang="vi-VN"/>
              <a:pPr lvl="0"/>
              <a:t>25/09/2026</a:t>
            </a:fld>
            <a:endParaRPr lang="vi-VN"/>
          </a:p>
        </p:txBody>
      </p:sp>
      <p:sp>
        <p:nvSpPr>
          <p:cNvPr id="4" name="Footer Placeholder 3">
            <a:extLst>
              <a:ext uri="{FF2B5EF4-FFF2-40B4-BE49-F238E27FC236}">
                <a16:creationId xmlns:a16="http://schemas.microsoft.com/office/drawing/2014/main" id="{E0204D86-BC2B-4113-D68B-C1EA4AA3A383}"/>
              </a:ext>
            </a:extLst>
          </p:cNvPr>
          <p:cNvSpPr txBox="1">
            <a:spLocks noGrp="1"/>
          </p:cNvSpPr>
          <p:nvPr>
            <p:ph type="ftr" sz="quarter" idx="9"/>
          </p:nvPr>
        </p:nvSpPr>
        <p:spPr/>
        <p:txBody>
          <a:bodyPr/>
          <a:lstStyle>
            <a:lvl1pPr>
              <a:defRPr/>
            </a:lvl1pPr>
          </a:lstStyle>
          <a:p>
            <a:pPr lvl="0"/>
            <a:endParaRPr lang="vi-VN"/>
          </a:p>
        </p:txBody>
      </p:sp>
      <p:sp>
        <p:nvSpPr>
          <p:cNvPr id="5" name="Slide Number Placeholder 4">
            <a:extLst>
              <a:ext uri="{FF2B5EF4-FFF2-40B4-BE49-F238E27FC236}">
                <a16:creationId xmlns:a16="http://schemas.microsoft.com/office/drawing/2014/main" id="{DA7DBB56-BD8B-B20A-FCAE-9566D577CF9E}"/>
              </a:ext>
            </a:extLst>
          </p:cNvPr>
          <p:cNvSpPr txBox="1">
            <a:spLocks noGrp="1"/>
          </p:cNvSpPr>
          <p:nvPr>
            <p:ph type="sldNum" sz="quarter" idx="8"/>
          </p:nvPr>
        </p:nvSpPr>
        <p:spPr/>
        <p:txBody>
          <a:bodyPr/>
          <a:lstStyle>
            <a:lvl1pPr>
              <a:defRPr/>
            </a:lvl1pPr>
          </a:lstStyle>
          <a:p>
            <a:pPr lvl="0"/>
            <a:fld id="{DCD8200D-34A1-4CE8-8BCB-C5A6F917DB90}" type="slidenum">
              <a:t>‹#›</a:t>
            </a:fld>
            <a:endParaRPr lang="vi-VN"/>
          </a:p>
        </p:txBody>
      </p:sp>
    </p:spTree>
    <p:extLst>
      <p:ext uri="{BB962C8B-B14F-4D97-AF65-F5344CB8AC3E}">
        <p14:creationId xmlns:p14="http://schemas.microsoft.com/office/powerpoint/2010/main" val="2852830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24B2E18-D73B-DD7B-5068-22ECFF345608}"/>
              </a:ext>
            </a:extLst>
          </p:cNvPr>
          <p:cNvSpPr txBox="1">
            <a:spLocks noGrp="1"/>
          </p:cNvSpPr>
          <p:nvPr>
            <p:ph type="dt" sz="half" idx="7"/>
          </p:nvPr>
        </p:nvSpPr>
        <p:spPr/>
        <p:txBody>
          <a:bodyPr/>
          <a:lstStyle>
            <a:lvl1pPr>
              <a:defRPr/>
            </a:lvl1pPr>
          </a:lstStyle>
          <a:p>
            <a:pPr lvl="0"/>
            <a:fld id="{BDC194AB-0501-47B8-819C-171406D01325}" type="datetime1">
              <a:rPr lang="vi-VN"/>
              <a:pPr lvl="0"/>
              <a:t>25/09/2026</a:t>
            </a:fld>
            <a:endParaRPr lang="vi-VN"/>
          </a:p>
        </p:txBody>
      </p:sp>
      <p:sp>
        <p:nvSpPr>
          <p:cNvPr id="3" name="Footer Placeholder 2">
            <a:extLst>
              <a:ext uri="{FF2B5EF4-FFF2-40B4-BE49-F238E27FC236}">
                <a16:creationId xmlns:a16="http://schemas.microsoft.com/office/drawing/2014/main" id="{5CDF026D-AFBE-2B6B-DA18-08CF2644F8FC}"/>
              </a:ext>
            </a:extLst>
          </p:cNvPr>
          <p:cNvSpPr txBox="1">
            <a:spLocks noGrp="1"/>
          </p:cNvSpPr>
          <p:nvPr>
            <p:ph type="ftr" sz="quarter" idx="9"/>
          </p:nvPr>
        </p:nvSpPr>
        <p:spPr/>
        <p:txBody>
          <a:bodyPr/>
          <a:lstStyle>
            <a:lvl1pPr>
              <a:defRPr/>
            </a:lvl1pPr>
          </a:lstStyle>
          <a:p>
            <a:pPr lvl="0"/>
            <a:endParaRPr lang="vi-VN"/>
          </a:p>
        </p:txBody>
      </p:sp>
      <p:sp>
        <p:nvSpPr>
          <p:cNvPr id="4" name="Slide Number Placeholder 3">
            <a:extLst>
              <a:ext uri="{FF2B5EF4-FFF2-40B4-BE49-F238E27FC236}">
                <a16:creationId xmlns:a16="http://schemas.microsoft.com/office/drawing/2014/main" id="{BCF3C4C5-54C7-3F98-515D-AECFA030D318}"/>
              </a:ext>
            </a:extLst>
          </p:cNvPr>
          <p:cNvSpPr txBox="1">
            <a:spLocks noGrp="1"/>
          </p:cNvSpPr>
          <p:nvPr>
            <p:ph type="sldNum" sz="quarter" idx="8"/>
          </p:nvPr>
        </p:nvSpPr>
        <p:spPr/>
        <p:txBody>
          <a:bodyPr/>
          <a:lstStyle>
            <a:lvl1pPr>
              <a:defRPr/>
            </a:lvl1pPr>
          </a:lstStyle>
          <a:p>
            <a:pPr lvl="0"/>
            <a:fld id="{E1F2D42B-3B99-40DF-8922-3D95E477EE53}" type="slidenum">
              <a:t>‹#›</a:t>
            </a:fld>
            <a:endParaRPr lang="vi-VN"/>
          </a:p>
        </p:txBody>
      </p:sp>
    </p:spTree>
    <p:extLst>
      <p:ext uri="{BB962C8B-B14F-4D97-AF65-F5344CB8AC3E}">
        <p14:creationId xmlns:p14="http://schemas.microsoft.com/office/powerpoint/2010/main" val="16574449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F23E50-798E-7039-C01A-F5746E141589}"/>
              </a:ext>
            </a:extLst>
          </p:cNvPr>
          <p:cNvSpPr txBox="1">
            <a:spLocks noGrp="1"/>
          </p:cNvSpPr>
          <p:nvPr>
            <p:ph type="title"/>
          </p:nvPr>
        </p:nvSpPr>
        <p:spPr>
          <a:xfrm>
            <a:off x="839784" y="457200"/>
            <a:ext cx="3932240" cy="1600200"/>
          </a:xfrm>
        </p:spPr>
        <p:txBody>
          <a:bodyPr anchor="b"/>
          <a:lstStyle>
            <a:lvl1pPr>
              <a:defRPr sz="3200"/>
            </a:lvl1pPr>
          </a:lstStyle>
          <a:p>
            <a:pPr lvl="0"/>
            <a:r>
              <a:rPr lang="vi-VN"/>
              <a:t>Click to edit Master title style</a:t>
            </a:r>
          </a:p>
        </p:txBody>
      </p:sp>
      <p:sp>
        <p:nvSpPr>
          <p:cNvPr id="3" name="Content Placeholder 2">
            <a:extLst>
              <a:ext uri="{FF2B5EF4-FFF2-40B4-BE49-F238E27FC236}">
                <a16:creationId xmlns:a16="http://schemas.microsoft.com/office/drawing/2014/main" id="{36CA8CA6-336F-16E3-A0CF-D6759B0FC4C0}"/>
              </a:ext>
            </a:extLst>
          </p:cNvPr>
          <p:cNvSpPr txBox="1">
            <a:spLocks noGrp="1"/>
          </p:cNvSpPr>
          <p:nvPr>
            <p:ph idx="1"/>
          </p:nvPr>
        </p:nvSpPr>
        <p:spPr>
          <a:xfrm>
            <a:off x="5183184" y="987423"/>
            <a:ext cx="6172200" cy="4873623"/>
          </a:xfrm>
        </p:spPr>
        <p:txBody>
          <a:bodyPr/>
          <a:lstStyle>
            <a:lvl1pPr>
              <a:defRPr sz="3200"/>
            </a:lvl1pPr>
            <a:lvl2pPr>
              <a:defRPr sz="2800"/>
            </a:lvl2pPr>
            <a:lvl3pPr>
              <a:defRPr sz="2400"/>
            </a:lvl3pPr>
            <a:lvl4pPr>
              <a:defRPr sz="2000"/>
            </a:lvl4pPr>
            <a:lvl5pPr>
              <a:defRPr sz="2000"/>
            </a:lvl5pPr>
          </a:lstStyle>
          <a:p>
            <a:pPr lvl="0"/>
            <a:r>
              <a:rPr lang="vi-VN"/>
              <a:t>Click to edit Master text styles</a:t>
            </a:r>
          </a:p>
          <a:p>
            <a:pPr lvl="1"/>
            <a:r>
              <a:rPr lang="vi-VN"/>
              <a:t>Second level</a:t>
            </a:r>
          </a:p>
          <a:p>
            <a:pPr lvl="2"/>
            <a:r>
              <a:rPr lang="vi-VN"/>
              <a:t>Third level</a:t>
            </a:r>
          </a:p>
          <a:p>
            <a:pPr lvl="3"/>
            <a:r>
              <a:rPr lang="vi-VN"/>
              <a:t>Fourth level</a:t>
            </a:r>
          </a:p>
          <a:p>
            <a:pPr lvl="4"/>
            <a:r>
              <a:rPr lang="vi-VN"/>
              <a:t>Fifth level</a:t>
            </a:r>
          </a:p>
        </p:txBody>
      </p:sp>
      <p:sp>
        <p:nvSpPr>
          <p:cNvPr id="4" name="Text Placeholder 3">
            <a:extLst>
              <a:ext uri="{FF2B5EF4-FFF2-40B4-BE49-F238E27FC236}">
                <a16:creationId xmlns:a16="http://schemas.microsoft.com/office/drawing/2014/main" id="{BA500C06-773B-60A8-15B7-A673A8A2220B}"/>
              </a:ext>
            </a:extLst>
          </p:cNvPr>
          <p:cNvSpPr txBox="1">
            <a:spLocks noGrp="1"/>
          </p:cNvSpPr>
          <p:nvPr>
            <p:ph type="body" idx="2"/>
          </p:nvPr>
        </p:nvSpPr>
        <p:spPr>
          <a:xfrm>
            <a:off x="839784" y="2057400"/>
            <a:ext cx="3932240" cy="3811584"/>
          </a:xfrm>
        </p:spPr>
        <p:txBody>
          <a:bodyPr/>
          <a:lstStyle>
            <a:lvl1pPr marL="0" indent="0">
              <a:buNone/>
              <a:defRPr sz="1600"/>
            </a:lvl1pPr>
          </a:lstStyle>
          <a:p>
            <a:pPr lvl="0"/>
            <a:r>
              <a:rPr lang="vi-VN"/>
              <a:t>Click to edit Master text styles</a:t>
            </a:r>
          </a:p>
        </p:txBody>
      </p:sp>
      <p:sp>
        <p:nvSpPr>
          <p:cNvPr id="5" name="Date Placeholder 4">
            <a:extLst>
              <a:ext uri="{FF2B5EF4-FFF2-40B4-BE49-F238E27FC236}">
                <a16:creationId xmlns:a16="http://schemas.microsoft.com/office/drawing/2014/main" id="{143F7364-754A-69EB-9362-16F3ADE85D28}"/>
              </a:ext>
            </a:extLst>
          </p:cNvPr>
          <p:cNvSpPr txBox="1">
            <a:spLocks noGrp="1"/>
          </p:cNvSpPr>
          <p:nvPr>
            <p:ph type="dt" sz="half" idx="7"/>
          </p:nvPr>
        </p:nvSpPr>
        <p:spPr/>
        <p:txBody>
          <a:bodyPr/>
          <a:lstStyle>
            <a:lvl1pPr>
              <a:defRPr/>
            </a:lvl1pPr>
          </a:lstStyle>
          <a:p>
            <a:pPr lvl="0"/>
            <a:fld id="{D74B0DAC-5760-4BA2-849E-1CE31FC71832}" type="datetime1">
              <a:rPr lang="vi-VN"/>
              <a:pPr lvl="0"/>
              <a:t>25/09/2026</a:t>
            </a:fld>
            <a:endParaRPr lang="vi-VN"/>
          </a:p>
        </p:txBody>
      </p:sp>
      <p:sp>
        <p:nvSpPr>
          <p:cNvPr id="6" name="Footer Placeholder 5">
            <a:extLst>
              <a:ext uri="{FF2B5EF4-FFF2-40B4-BE49-F238E27FC236}">
                <a16:creationId xmlns:a16="http://schemas.microsoft.com/office/drawing/2014/main" id="{5B7B582A-14D7-E875-127E-2F7E9FC61B9D}"/>
              </a:ext>
            </a:extLst>
          </p:cNvPr>
          <p:cNvSpPr txBox="1">
            <a:spLocks noGrp="1"/>
          </p:cNvSpPr>
          <p:nvPr>
            <p:ph type="ftr" sz="quarter" idx="9"/>
          </p:nvPr>
        </p:nvSpPr>
        <p:spPr/>
        <p:txBody>
          <a:bodyPr/>
          <a:lstStyle>
            <a:lvl1pPr>
              <a:defRPr/>
            </a:lvl1pPr>
          </a:lstStyle>
          <a:p>
            <a:pPr lvl="0"/>
            <a:endParaRPr lang="vi-VN"/>
          </a:p>
        </p:txBody>
      </p:sp>
      <p:sp>
        <p:nvSpPr>
          <p:cNvPr id="7" name="Slide Number Placeholder 6">
            <a:extLst>
              <a:ext uri="{FF2B5EF4-FFF2-40B4-BE49-F238E27FC236}">
                <a16:creationId xmlns:a16="http://schemas.microsoft.com/office/drawing/2014/main" id="{679C82A0-8A99-30FA-F63A-A273BE497D9E}"/>
              </a:ext>
            </a:extLst>
          </p:cNvPr>
          <p:cNvSpPr txBox="1">
            <a:spLocks noGrp="1"/>
          </p:cNvSpPr>
          <p:nvPr>
            <p:ph type="sldNum" sz="quarter" idx="8"/>
          </p:nvPr>
        </p:nvSpPr>
        <p:spPr/>
        <p:txBody>
          <a:bodyPr/>
          <a:lstStyle>
            <a:lvl1pPr>
              <a:defRPr/>
            </a:lvl1pPr>
          </a:lstStyle>
          <a:p>
            <a:pPr lvl="0"/>
            <a:fld id="{B7B09102-E7D3-49F5-9AB3-848082E94E0B}" type="slidenum">
              <a:t>‹#›</a:t>
            </a:fld>
            <a:endParaRPr lang="vi-VN"/>
          </a:p>
        </p:txBody>
      </p:sp>
    </p:spTree>
    <p:extLst>
      <p:ext uri="{BB962C8B-B14F-4D97-AF65-F5344CB8AC3E}">
        <p14:creationId xmlns:p14="http://schemas.microsoft.com/office/powerpoint/2010/main" val="21553166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D96357-95CB-4203-58D7-EA6B894F54D7}"/>
              </a:ext>
            </a:extLst>
          </p:cNvPr>
          <p:cNvSpPr txBox="1">
            <a:spLocks noGrp="1"/>
          </p:cNvSpPr>
          <p:nvPr>
            <p:ph type="title"/>
          </p:nvPr>
        </p:nvSpPr>
        <p:spPr>
          <a:xfrm>
            <a:off x="839784" y="457200"/>
            <a:ext cx="3932240" cy="1600200"/>
          </a:xfrm>
        </p:spPr>
        <p:txBody>
          <a:bodyPr anchor="b"/>
          <a:lstStyle>
            <a:lvl1pPr>
              <a:defRPr sz="3200"/>
            </a:lvl1pPr>
          </a:lstStyle>
          <a:p>
            <a:pPr lvl="0"/>
            <a:r>
              <a:rPr lang="vi-VN"/>
              <a:t>Click to edit Master title style</a:t>
            </a:r>
          </a:p>
        </p:txBody>
      </p:sp>
      <p:sp>
        <p:nvSpPr>
          <p:cNvPr id="3" name="Picture Placeholder 2">
            <a:extLst>
              <a:ext uri="{FF2B5EF4-FFF2-40B4-BE49-F238E27FC236}">
                <a16:creationId xmlns:a16="http://schemas.microsoft.com/office/drawing/2014/main" id="{713FF128-D087-5B95-92C3-E231F95387FA}"/>
              </a:ext>
            </a:extLst>
          </p:cNvPr>
          <p:cNvSpPr txBox="1">
            <a:spLocks noGrp="1"/>
          </p:cNvSpPr>
          <p:nvPr>
            <p:ph type="pic" idx="1"/>
          </p:nvPr>
        </p:nvSpPr>
        <p:spPr>
          <a:xfrm>
            <a:off x="5183184" y="987423"/>
            <a:ext cx="6172200" cy="4873623"/>
          </a:xfrm>
        </p:spPr>
        <p:txBody>
          <a:bodyPr/>
          <a:lstStyle>
            <a:lvl1pPr marL="0" indent="0">
              <a:buNone/>
              <a:defRPr sz="3200"/>
            </a:lvl1pPr>
          </a:lstStyle>
          <a:p>
            <a:pPr lvl="0"/>
            <a:endParaRPr lang="vi-VN"/>
          </a:p>
        </p:txBody>
      </p:sp>
      <p:sp>
        <p:nvSpPr>
          <p:cNvPr id="4" name="Text Placeholder 3">
            <a:extLst>
              <a:ext uri="{FF2B5EF4-FFF2-40B4-BE49-F238E27FC236}">
                <a16:creationId xmlns:a16="http://schemas.microsoft.com/office/drawing/2014/main" id="{0E9C6F52-15E7-91B3-30B0-82CFA5FDF961}"/>
              </a:ext>
            </a:extLst>
          </p:cNvPr>
          <p:cNvSpPr txBox="1">
            <a:spLocks noGrp="1"/>
          </p:cNvSpPr>
          <p:nvPr>
            <p:ph type="body" idx="2"/>
          </p:nvPr>
        </p:nvSpPr>
        <p:spPr>
          <a:xfrm>
            <a:off x="839784" y="2057400"/>
            <a:ext cx="3932240" cy="3811584"/>
          </a:xfrm>
        </p:spPr>
        <p:txBody>
          <a:bodyPr/>
          <a:lstStyle>
            <a:lvl1pPr marL="0" indent="0">
              <a:buNone/>
              <a:defRPr sz="1600"/>
            </a:lvl1pPr>
          </a:lstStyle>
          <a:p>
            <a:pPr lvl="0"/>
            <a:r>
              <a:rPr lang="vi-VN"/>
              <a:t>Click to edit Master text styles</a:t>
            </a:r>
          </a:p>
        </p:txBody>
      </p:sp>
      <p:sp>
        <p:nvSpPr>
          <p:cNvPr id="5" name="Date Placeholder 4">
            <a:extLst>
              <a:ext uri="{FF2B5EF4-FFF2-40B4-BE49-F238E27FC236}">
                <a16:creationId xmlns:a16="http://schemas.microsoft.com/office/drawing/2014/main" id="{9A5C8C7B-5143-C86F-B6A3-4CA72E3042EF}"/>
              </a:ext>
            </a:extLst>
          </p:cNvPr>
          <p:cNvSpPr txBox="1">
            <a:spLocks noGrp="1"/>
          </p:cNvSpPr>
          <p:nvPr>
            <p:ph type="dt" sz="half" idx="7"/>
          </p:nvPr>
        </p:nvSpPr>
        <p:spPr/>
        <p:txBody>
          <a:bodyPr/>
          <a:lstStyle>
            <a:lvl1pPr>
              <a:defRPr/>
            </a:lvl1pPr>
          </a:lstStyle>
          <a:p>
            <a:pPr lvl="0"/>
            <a:fld id="{F6D8F105-1F3A-4B1F-A93B-D14C0903D25D}" type="datetime1">
              <a:rPr lang="vi-VN"/>
              <a:pPr lvl="0"/>
              <a:t>25/09/2026</a:t>
            </a:fld>
            <a:endParaRPr lang="vi-VN"/>
          </a:p>
        </p:txBody>
      </p:sp>
      <p:sp>
        <p:nvSpPr>
          <p:cNvPr id="6" name="Footer Placeholder 5">
            <a:extLst>
              <a:ext uri="{FF2B5EF4-FFF2-40B4-BE49-F238E27FC236}">
                <a16:creationId xmlns:a16="http://schemas.microsoft.com/office/drawing/2014/main" id="{ED8227A6-82CE-9896-90DF-74770AAD96DE}"/>
              </a:ext>
            </a:extLst>
          </p:cNvPr>
          <p:cNvSpPr txBox="1">
            <a:spLocks noGrp="1"/>
          </p:cNvSpPr>
          <p:nvPr>
            <p:ph type="ftr" sz="quarter" idx="9"/>
          </p:nvPr>
        </p:nvSpPr>
        <p:spPr/>
        <p:txBody>
          <a:bodyPr/>
          <a:lstStyle>
            <a:lvl1pPr>
              <a:defRPr/>
            </a:lvl1pPr>
          </a:lstStyle>
          <a:p>
            <a:pPr lvl="0"/>
            <a:endParaRPr lang="vi-VN"/>
          </a:p>
        </p:txBody>
      </p:sp>
      <p:sp>
        <p:nvSpPr>
          <p:cNvPr id="7" name="Slide Number Placeholder 6">
            <a:extLst>
              <a:ext uri="{FF2B5EF4-FFF2-40B4-BE49-F238E27FC236}">
                <a16:creationId xmlns:a16="http://schemas.microsoft.com/office/drawing/2014/main" id="{AEEEE5DB-F3EC-D5D3-F303-3B9E4E41E815}"/>
              </a:ext>
            </a:extLst>
          </p:cNvPr>
          <p:cNvSpPr txBox="1">
            <a:spLocks noGrp="1"/>
          </p:cNvSpPr>
          <p:nvPr>
            <p:ph type="sldNum" sz="quarter" idx="8"/>
          </p:nvPr>
        </p:nvSpPr>
        <p:spPr/>
        <p:txBody>
          <a:bodyPr/>
          <a:lstStyle>
            <a:lvl1pPr>
              <a:defRPr/>
            </a:lvl1pPr>
          </a:lstStyle>
          <a:p>
            <a:pPr lvl="0"/>
            <a:fld id="{925787F0-B305-4ABC-8A37-5B325F70BB92}" type="slidenum">
              <a:t>‹#›</a:t>
            </a:fld>
            <a:endParaRPr lang="vi-VN"/>
          </a:p>
        </p:txBody>
      </p:sp>
    </p:spTree>
    <p:extLst>
      <p:ext uri="{BB962C8B-B14F-4D97-AF65-F5344CB8AC3E}">
        <p14:creationId xmlns:p14="http://schemas.microsoft.com/office/powerpoint/2010/main" val="7373642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30A9BC-F1AD-1647-C772-ECCA1D2AADEC}"/>
              </a:ext>
            </a:extLst>
          </p:cNvPr>
          <p:cNvSpPr txBox="1">
            <a:spLocks noGrp="1"/>
          </p:cNvSpPr>
          <p:nvPr>
            <p:ph type="title"/>
          </p:nvPr>
        </p:nvSpPr>
        <p:spPr/>
        <p:txBody>
          <a:bodyPr/>
          <a:lstStyle>
            <a:lvl1pPr>
              <a:defRPr/>
            </a:lvl1pPr>
          </a:lstStyle>
          <a:p>
            <a:pPr lvl="0"/>
            <a:r>
              <a:rPr lang="vi-VN"/>
              <a:t>Click to edit Master title style</a:t>
            </a:r>
          </a:p>
        </p:txBody>
      </p:sp>
      <p:sp>
        <p:nvSpPr>
          <p:cNvPr id="3" name="Vertical Text Placeholder 2">
            <a:extLst>
              <a:ext uri="{FF2B5EF4-FFF2-40B4-BE49-F238E27FC236}">
                <a16:creationId xmlns:a16="http://schemas.microsoft.com/office/drawing/2014/main" id="{53FD52B0-09B0-0E65-5FEB-B3A983AD9517}"/>
              </a:ext>
            </a:extLst>
          </p:cNvPr>
          <p:cNvSpPr txBox="1">
            <a:spLocks noGrp="1"/>
          </p:cNvSpPr>
          <p:nvPr>
            <p:ph type="body" orient="vert" idx="1"/>
          </p:nvPr>
        </p:nvSpPr>
        <p:spPr/>
        <p:txBody>
          <a:bodyPr vert="eaVert"/>
          <a:lstStyle>
            <a:lvl1pPr>
              <a:defRPr/>
            </a:lvl1pPr>
            <a:lvl2pPr>
              <a:defRPr/>
            </a:lvl2pPr>
            <a:lvl3pPr>
              <a:defRPr/>
            </a:lvl3pPr>
            <a:lvl4pPr>
              <a:defRPr/>
            </a:lvl4pPr>
            <a:lvl5pPr>
              <a:defRPr/>
            </a:lvl5pPr>
          </a:lstStyle>
          <a:p>
            <a:pPr lvl="0"/>
            <a:r>
              <a:rPr lang="vi-VN"/>
              <a:t>Click to edit Master text styles</a:t>
            </a:r>
          </a:p>
          <a:p>
            <a:pPr lvl="1"/>
            <a:r>
              <a:rPr lang="vi-VN"/>
              <a:t>Second level</a:t>
            </a:r>
          </a:p>
          <a:p>
            <a:pPr lvl="2"/>
            <a:r>
              <a:rPr lang="vi-VN"/>
              <a:t>Third level</a:t>
            </a:r>
          </a:p>
          <a:p>
            <a:pPr lvl="3"/>
            <a:r>
              <a:rPr lang="vi-VN"/>
              <a:t>Fourth level</a:t>
            </a:r>
          </a:p>
          <a:p>
            <a:pPr lvl="4"/>
            <a:r>
              <a:rPr lang="vi-VN"/>
              <a:t>Fifth level</a:t>
            </a:r>
          </a:p>
        </p:txBody>
      </p:sp>
      <p:sp>
        <p:nvSpPr>
          <p:cNvPr id="4" name="Date Placeholder 3">
            <a:extLst>
              <a:ext uri="{FF2B5EF4-FFF2-40B4-BE49-F238E27FC236}">
                <a16:creationId xmlns:a16="http://schemas.microsoft.com/office/drawing/2014/main" id="{35F284CC-1708-9C9D-1EAB-50697C493CDF}"/>
              </a:ext>
            </a:extLst>
          </p:cNvPr>
          <p:cNvSpPr txBox="1">
            <a:spLocks noGrp="1"/>
          </p:cNvSpPr>
          <p:nvPr>
            <p:ph type="dt" sz="half" idx="7"/>
          </p:nvPr>
        </p:nvSpPr>
        <p:spPr/>
        <p:txBody>
          <a:bodyPr/>
          <a:lstStyle>
            <a:lvl1pPr>
              <a:defRPr/>
            </a:lvl1pPr>
          </a:lstStyle>
          <a:p>
            <a:pPr lvl="0"/>
            <a:fld id="{78B4C40A-811F-4F22-A37C-05332F897169}" type="datetime1">
              <a:rPr lang="vi-VN"/>
              <a:pPr lvl="0"/>
              <a:t>25/09/2026</a:t>
            </a:fld>
            <a:endParaRPr lang="vi-VN"/>
          </a:p>
        </p:txBody>
      </p:sp>
      <p:sp>
        <p:nvSpPr>
          <p:cNvPr id="5" name="Footer Placeholder 4">
            <a:extLst>
              <a:ext uri="{FF2B5EF4-FFF2-40B4-BE49-F238E27FC236}">
                <a16:creationId xmlns:a16="http://schemas.microsoft.com/office/drawing/2014/main" id="{A96F8A3E-E307-F991-99F1-99A2E1BAEF74}"/>
              </a:ext>
            </a:extLst>
          </p:cNvPr>
          <p:cNvSpPr txBox="1">
            <a:spLocks noGrp="1"/>
          </p:cNvSpPr>
          <p:nvPr>
            <p:ph type="ftr" sz="quarter" idx="9"/>
          </p:nvPr>
        </p:nvSpPr>
        <p:spPr/>
        <p:txBody>
          <a:bodyPr/>
          <a:lstStyle>
            <a:lvl1pPr>
              <a:defRPr/>
            </a:lvl1pPr>
          </a:lstStyle>
          <a:p>
            <a:pPr lvl="0"/>
            <a:endParaRPr lang="vi-VN"/>
          </a:p>
        </p:txBody>
      </p:sp>
      <p:sp>
        <p:nvSpPr>
          <p:cNvPr id="6" name="Slide Number Placeholder 5">
            <a:extLst>
              <a:ext uri="{FF2B5EF4-FFF2-40B4-BE49-F238E27FC236}">
                <a16:creationId xmlns:a16="http://schemas.microsoft.com/office/drawing/2014/main" id="{147D4024-2D46-27B0-D701-92461CFCBB77}"/>
              </a:ext>
            </a:extLst>
          </p:cNvPr>
          <p:cNvSpPr txBox="1">
            <a:spLocks noGrp="1"/>
          </p:cNvSpPr>
          <p:nvPr>
            <p:ph type="sldNum" sz="quarter" idx="8"/>
          </p:nvPr>
        </p:nvSpPr>
        <p:spPr/>
        <p:txBody>
          <a:bodyPr/>
          <a:lstStyle>
            <a:lvl1pPr>
              <a:defRPr/>
            </a:lvl1pPr>
          </a:lstStyle>
          <a:p>
            <a:pPr lvl="0"/>
            <a:fld id="{79878A96-088E-4EC1-A8E9-FB170EE5499D}" type="slidenum">
              <a:t>‹#›</a:t>
            </a:fld>
            <a:endParaRPr lang="vi-VN"/>
          </a:p>
        </p:txBody>
      </p:sp>
    </p:spTree>
    <p:extLst>
      <p:ext uri="{BB962C8B-B14F-4D97-AF65-F5344CB8AC3E}">
        <p14:creationId xmlns:p14="http://schemas.microsoft.com/office/powerpoint/2010/main" val="32514066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B35DE3B-CD8D-3A8C-180F-935FAD5507DA}"/>
              </a:ext>
            </a:extLst>
          </p:cNvPr>
          <p:cNvSpPr txBox="1">
            <a:spLocks noGrp="1"/>
          </p:cNvSpPr>
          <p:nvPr>
            <p:ph type="title" orient="vert"/>
          </p:nvPr>
        </p:nvSpPr>
        <p:spPr>
          <a:xfrm>
            <a:off x="8724903" y="365129"/>
            <a:ext cx="2628899" cy="5811834"/>
          </a:xfrm>
        </p:spPr>
        <p:txBody>
          <a:bodyPr vert="eaVert"/>
          <a:lstStyle>
            <a:lvl1pPr>
              <a:defRPr/>
            </a:lvl1pPr>
          </a:lstStyle>
          <a:p>
            <a:pPr lvl="0"/>
            <a:r>
              <a:rPr lang="vi-VN"/>
              <a:t>Click to edit Master title style</a:t>
            </a:r>
          </a:p>
        </p:txBody>
      </p:sp>
      <p:sp>
        <p:nvSpPr>
          <p:cNvPr id="3" name="Vertical Text Placeholder 2">
            <a:extLst>
              <a:ext uri="{FF2B5EF4-FFF2-40B4-BE49-F238E27FC236}">
                <a16:creationId xmlns:a16="http://schemas.microsoft.com/office/drawing/2014/main" id="{DE43DB21-2B8A-73DB-FA63-75CA9E1B5584}"/>
              </a:ext>
            </a:extLst>
          </p:cNvPr>
          <p:cNvSpPr txBox="1">
            <a:spLocks noGrp="1"/>
          </p:cNvSpPr>
          <p:nvPr>
            <p:ph type="body" orient="vert" idx="1"/>
          </p:nvPr>
        </p:nvSpPr>
        <p:spPr>
          <a:xfrm>
            <a:off x="838203" y="365129"/>
            <a:ext cx="7734296" cy="5811834"/>
          </a:xfrm>
        </p:spPr>
        <p:txBody>
          <a:bodyPr vert="eaVert"/>
          <a:lstStyle>
            <a:lvl1pPr>
              <a:defRPr/>
            </a:lvl1pPr>
            <a:lvl2pPr>
              <a:defRPr/>
            </a:lvl2pPr>
            <a:lvl3pPr>
              <a:defRPr/>
            </a:lvl3pPr>
            <a:lvl4pPr>
              <a:defRPr/>
            </a:lvl4pPr>
            <a:lvl5pPr>
              <a:defRPr/>
            </a:lvl5pPr>
          </a:lstStyle>
          <a:p>
            <a:pPr lvl="0"/>
            <a:r>
              <a:rPr lang="vi-VN"/>
              <a:t>Click to edit Master text styles</a:t>
            </a:r>
          </a:p>
          <a:p>
            <a:pPr lvl="1"/>
            <a:r>
              <a:rPr lang="vi-VN"/>
              <a:t>Second level</a:t>
            </a:r>
          </a:p>
          <a:p>
            <a:pPr lvl="2"/>
            <a:r>
              <a:rPr lang="vi-VN"/>
              <a:t>Third level</a:t>
            </a:r>
          </a:p>
          <a:p>
            <a:pPr lvl="3"/>
            <a:r>
              <a:rPr lang="vi-VN"/>
              <a:t>Fourth level</a:t>
            </a:r>
          </a:p>
          <a:p>
            <a:pPr lvl="4"/>
            <a:r>
              <a:rPr lang="vi-VN"/>
              <a:t>Fifth level</a:t>
            </a:r>
          </a:p>
        </p:txBody>
      </p:sp>
      <p:sp>
        <p:nvSpPr>
          <p:cNvPr id="4" name="Date Placeholder 3">
            <a:extLst>
              <a:ext uri="{FF2B5EF4-FFF2-40B4-BE49-F238E27FC236}">
                <a16:creationId xmlns:a16="http://schemas.microsoft.com/office/drawing/2014/main" id="{D383663C-4FBD-E9B1-DDA2-2B514D2531FA}"/>
              </a:ext>
            </a:extLst>
          </p:cNvPr>
          <p:cNvSpPr txBox="1">
            <a:spLocks noGrp="1"/>
          </p:cNvSpPr>
          <p:nvPr>
            <p:ph type="dt" sz="half" idx="7"/>
          </p:nvPr>
        </p:nvSpPr>
        <p:spPr/>
        <p:txBody>
          <a:bodyPr/>
          <a:lstStyle>
            <a:lvl1pPr>
              <a:defRPr/>
            </a:lvl1pPr>
          </a:lstStyle>
          <a:p>
            <a:pPr lvl="0"/>
            <a:fld id="{736D23F0-1C05-473C-AD3E-8D134A4420F7}" type="datetime1">
              <a:rPr lang="vi-VN"/>
              <a:pPr lvl="0"/>
              <a:t>25/09/2026</a:t>
            </a:fld>
            <a:endParaRPr lang="vi-VN"/>
          </a:p>
        </p:txBody>
      </p:sp>
      <p:sp>
        <p:nvSpPr>
          <p:cNvPr id="5" name="Footer Placeholder 4">
            <a:extLst>
              <a:ext uri="{FF2B5EF4-FFF2-40B4-BE49-F238E27FC236}">
                <a16:creationId xmlns:a16="http://schemas.microsoft.com/office/drawing/2014/main" id="{C3C49A5B-1EEB-E4CE-46DA-28E8C455A67B}"/>
              </a:ext>
            </a:extLst>
          </p:cNvPr>
          <p:cNvSpPr txBox="1">
            <a:spLocks noGrp="1"/>
          </p:cNvSpPr>
          <p:nvPr>
            <p:ph type="ftr" sz="quarter" idx="9"/>
          </p:nvPr>
        </p:nvSpPr>
        <p:spPr/>
        <p:txBody>
          <a:bodyPr/>
          <a:lstStyle>
            <a:lvl1pPr>
              <a:defRPr/>
            </a:lvl1pPr>
          </a:lstStyle>
          <a:p>
            <a:pPr lvl="0"/>
            <a:endParaRPr lang="vi-VN"/>
          </a:p>
        </p:txBody>
      </p:sp>
      <p:sp>
        <p:nvSpPr>
          <p:cNvPr id="6" name="Slide Number Placeholder 5">
            <a:extLst>
              <a:ext uri="{FF2B5EF4-FFF2-40B4-BE49-F238E27FC236}">
                <a16:creationId xmlns:a16="http://schemas.microsoft.com/office/drawing/2014/main" id="{DF552440-20D3-E80E-9573-51CC2AEA5ECB}"/>
              </a:ext>
            </a:extLst>
          </p:cNvPr>
          <p:cNvSpPr txBox="1">
            <a:spLocks noGrp="1"/>
          </p:cNvSpPr>
          <p:nvPr>
            <p:ph type="sldNum" sz="quarter" idx="8"/>
          </p:nvPr>
        </p:nvSpPr>
        <p:spPr/>
        <p:txBody>
          <a:bodyPr/>
          <a:lstStyle>
            <a:lvl1pPr>
              <a:defRPr/>
            </a:lvl1pPr>
          </a:lstStyle>
          <a:p>
            <a:pPr lvl="0"/>
            <a:fld id="{25CC6D5C-87D5-4D22-AB17-6826A7D9D625}" type="slidenum">
              <a:t>‹#›</a:t>
            </a:fld>
            <a:endParaRPr lang="vi-VN"/>
          </a:p>
        </p:txBody>
      </p:sp>
    </p:spTree>
    <p:extLst>
      <p:ext uri="{BB962C8B-B14F-4D97-AF65-F5344CB8AC3E}">
        <p14:creationId xmlns:p14="http://schemas.microsoft.com/office/powerpoint/2010/main" val="182453136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8D9F534-AD46-89B8-F8DA-5EDB65F2B7AD}"/>
              </a:ext>
            </a:extLst>
          </p:cNvPr>
          <p:cNvSpPr txBox="1">
            <a:spLocks noGrp="1"/>
          </p:cNvSpPr>
          <p:nvPr>
            <p:ph type="title"/>
          </p:nvPr>
        </p:nvSpPr>
        <p:spPr>
          <a:xfrm>
            <a:off x="838203" y="365129"/>
            <a:ext cx="10515600" cy="1325559"/>
          </a:xfrm>
          <a:prstGeom prst="rect">
            <a:avLst/>
          </a:prstGeom>
          <a:noFill/>
          <a:ln>
            <a:noFill/>
          </a:ln>
        </p:spPr>
        <p:txBody>
          <a:bodyPr vert="horz" wrap="square" lIns="91440" tIns="45720" rIns="91440" bIns="45720" anchor="ctr" anchorCtr="0" compatLnSpc="1">
            <a:normAutofit/>
          </a:bodyPr>
          <a:lstStyle/>
          <a:p>
            <a:pPr lvl="0"/>
            <a:r>
              <a:rPr lang="vi-VN"/>
              <a:t>Click to edit Master title style</a:t>
            </a:r>
          </a:p>
        </p:txBody>
      </p:sp>
      <p:sp>
        <p:nvSpPr>
          <p:cNvPr id="3" name="Text Placeholder 2">
            <a:extLst>
              <a:ext uri="{FF2B5EF4-FFF2-40B4-BE49-F238E27FC236}">
                <a16:creationId xmlns:a16="http://schemas.microsoft.com/office/drawing/2014/main" id="{10987F4F-A75E-D7AE-5F82-9D8728DE84D6}"/>
              </a:ext>
            </a:extLst>
          </p:cNvPr>
          <p:cNvSpPr txBox="1">
            <a:spLocks noGrp="1"/>
          </p:cNvSpPr>
          <p:nvPr>
            <p:ph type="body" idx="1"/>
          </p:nvPr>
        </p:nvSpPr>
        <p:spPr>
          <a:xfrm>
            <a:off x="838203" y="1825627"/>
            <a:ext cx="10515600" cy="4351336"/>
          </a:xfrm>
          <a:prstGeom prst="rect">
            <a:avLst/>
          </a:prstGeom>
          <a:noFill/>
          <a:ln>
            <a:noFill/>
          </a:ln>
        </p:spPr>
        <p:txBody>
          <a:bodyPr vert="horz" wrap="square" lIns="91440" tIns="45720" rIns="91440" bIns="45720" anchor="t" anchorCtr="0" compatLnSpc="1">
            <a:normAutofit/>
          </a:bodyPr>
          <a:lstStyle/>
          <a:p>
            <a:pPr lvl="0"/>
            <a:r>
              <a:rPr lang="vi-VN"/>
              <a:t>Click to edit Master text styles</a:t>
            </a:r>
          </a:p>
          <a:p>
            <a:pPr lvl="1"/>
            <a:r>
              <a:rPr lang="vi-VN"/>
              <a:t>Second level</a:t>
            </a:r>
          </a:p>
          <a:p>
            <a:pPr lvl="2"/>
            <a:r>
              <a:rPr lang="vi-VN"/>
              <a:t>Third level</a:t>
            </a:r>
          </a:p>
          <a:p>
            <a:pPr lvl="3"/>
            <a:r>
              <a:rPr lang="vi-VN"/>
              <a:t>Fourth level</a:t>
            </a:r>
          </a:p>
          <a:p>
            <a:pPr lvl="4"/>
            <a:r>
              <a:rPr lang="vi-VN"/>
              <a:t>Fifth level</a:t>
            </a:r>
          </a:p>
        </p:txBody>
      </p:sp>
      <p:sp>
        <p:nvSpPr>
          <p:cNvPr id="4" name="Date Placeholder 3">
            <a:extLst>
              <a:ext uri="{FF2B5EF4-FFF2-40B4-BE49-F238E27FC236}">
                <a16:creationId xmlns:a16="http://schemas.microsoft.com/office/drawing/2014/main" id="{EA2AFE58-0486-2981-8215-427F4E051021}"/>
              </a:ext>
            </a:extLst>
          </p:cNvPr>
          <p:cNvSpPr txBox="1">
            <a:spLocks noGrp="1"/>
          </p:cNvSpPr>
          <p:nvPr>
            <p:ph type="dt" sz="half" idx="2"/>
          </p:nvPr>
        </p:nvSpPr>
        <p:spPr>
          <a:xfrm>
            <a:off x="838203" y="6356351"/>
            <a:ext cx="2743200" cy="365129"/>
          </a:xfrm>
          <a:prstGeom prst="rect">
            <a:avLst/>
          </a:prstGeom>
          <a:noFill/>
          <a:ln>
            <a:noFill/>
          </a:ln>
        </p:spPr>
        <p:txBody>
          <a:bodyPr vert="horz" wrap="square" lIns="91440" tIns="45720" rIns="91440" bIns="45720" anchor="ctr" anchorCtr="0" compatLnSpc="1">
            <a:noAutofit/>
          </a:bodyPr>
          <a:lstStyle>
            <a:lvl1pPr marL="0" marR="0" lvl="0" indent="0" algn="l" defTabSz="914400" rtl="0" fontAlgn="auto" hangingPunct="1">
              <a:lnSpc>
                <a:spcPct val="100000"/>
              </a:lnSpc>
              <a:spcBef>
                <a:spcPts val="0"/>
              </a:spcBef>
              <a:spcAft>
                <a:spcPts val="0"/>
              </a:spcAft>
              <a:buNone/>
              <a:tabLst/>
              <a:defRPr lang="vi-VN" sz="1200" b="0" i="0" u="none" strike="noStrike" kern="1200" cap="none" spc="0" baseline="0">
                <a:solidFill>
                  <a:srgbClr val="767676"/>
                </a:solidFill>
                <a:uFillTx/>
                <a:latin typeface="Arial"/>
              </a:defRPr>
            </a:lvl1pPr>
          </a:lstStyle>
          <a:p>
            <a:pPr lvl="0"/>
            <a:fld id="{C8339D3A-A655-4913-B670-677049566522}" type="datetime1">
              <a:rPr lang="vi-VN"/>
              <a:pPr lvl="0"/>
              <a:t>25/09/2026</a:t>
            </a:fld>
            <a:endParaRPr lang="vi-VN"/>
          </a:p>
        </p:txBody>
      </p:sp>
      <p:sp>
        <p:nvSpPr>
          <p:cNvPr id="5" name="Footer Placeholder 4">
            <a:extLst>
              <a:ext uri="{FF2B5EF4-FFF2-40B4-BE49-F238E27FC236}">
                <a16:creationId xmlns:a16="http://schemas.microsoft.com/office/drawing/2014/main" id="{AA4010C6-47F5-7E09-35C8-6DBA00304628}"/>
              </a:ext>
            </a:extLst>
          </p:cNvPr>
          <p:cNvSpPr txBox="1">
            <a:spLocks noGrp="1"/>
          </p:cNvSpPr>
          <p:nvPr>
            <p:ph type="ftr" sz="quarter" idx="3"/>
          </p:nvPr>
        </p:nvSpPr>
        <p:spPr>
          <a:xfrm>
            <a:off x="4038603" y="6356351"/>
            <a:ext cx="4114800" cy="365129"/>
          </a:xfrm>
          <a:prstGeom prst="rect">
            <a:avLst/>
          </a:prstGeom>
          <a:noFill/>
          <a:ln>
            <a:noFill/>
          </a:ln>
        </p:spPr>
        <p:txBody>
          <a:bodyPr vert="horz" wrap="square" lIns="91440" tIns="45720" rIns="91440" bIns="45720" anchor="ctr" anchorCtr="1" compatLnSpc="1">
            <a:noAutofit/>
          </a:bodyPr>
          <a:lstStyle>
            <a:lvl1pPr marL="0" marR="0" lvl="0" indent="0" algn="ctr" defTabSz="914400" rtl="0" fontAlgn="auto" hangingPunct="1">
              <a:lnSpc>
                <a:spcPct val="100000"/>
              </a:lnSpc>
              <a:spcBef>
                <a:spcPts val="0"/>
              </a:spcBef>
              <a:spcAft>
                <a:spcPts val="0"/>
              </a:spcAft>
              <a:buNone/>
              <a:tabLst/>
              <a:defRPr lang="vi-VN" sz="1200" b="0" i="0" u="none" strike="noStrike" kern="1200" cap="none" spc="0" baseline="0">
                <a:solidFill>
                  <a:srgbClr val="767676"/>
                </a:solidFill>
                <a:uFillTx/>
                <a:latin typeface="Arial"/>
              </a:defRPr>
            </a:lvl1pPr>
          </a:lstStyle>
          <a:p>
            <a:pPr lvl="0"/>
            <a:endParaRPr lang="vi-VN"/>
          </a:p>
        </p:txBody>
      </p:sp>
      <p:sp>
        <p:nvSpPr>
          <p:cNvPr id="6" name="Slide Number Placeholder 5">
            <a:extLst>
              <a:ext uri="{FF2B5EF4-FFF2-40B4-BE49-F238E27FC236}">
                <a16:creationId xmlns:a16="http://schemas.microsoft.com/office/drawing/2014/main" id="{1774299A-F750-AB02-2BAB-CE579E89BF58}"/>
              </a:ext>
            </a:extLst>
          </p:cNvPr>
          <p:cNvSpPr txBox="1">
            <a:spLocks noGrp="1"/>
          </p:cNvSpPr>
          <p:nvPr>
            <p:ph type="sldNum" sz="quarter" idx="4"/>
          </p:nvPr>
        </p:nvSpPr>
        <p:spPr>
          <a:xfrm>
            <a:off x="8610603" y="6356351"/>
            <a:ext cx="2743200" cy="365129"/>
          </a:xfrm>
          <a:prstGeom prst="rect">
            <a:avLst/>
          </a:prstGeom>
          <a:noFill/>
          <a:ln>
            <a:noFill/>
          </a:ln>
        </p:spPr>
        <p:txBody>
          <a:bodyPr vert="horz" wrap="square" lIns="91440" tIns="45720" rIns="91440" bIns="45720" anchor="ctr" anchorCtr="0" compatLnSpc="1">
            <a:noAutofit/>
          </a:bodyPr>
          <a:lstStyle>
            <a:lvl1pPr marL="0" marR="0" lvl="0" indent="0" algn="r" defTabSz="914400" rtl="0" fontAlgn="auto" hangingPunct="1">
              <a:lnSpc>
                <a:spcPct val="100000"/>
              </a:lnSpc>
              <a:spcBef>
                <a:spcPts val="0"/>
              </a:spcBef>
              <a:spcAft>
                <a:spcPts val="0"/>
              </a:spcAft>
              <a:buNone/>
              <a:tabLst/>
              <a:defRPr lang="vi-VN" sz="1200" b="0" i="0" u="none" strike="noStrike" kern="1200" cap="none" spc="0" baseline="0">
                <a:solidFill>
                  <a:srgbClr val="767676"/>
                </a:solidFill>
                <a:uFillTx/>
                <a:latin typeface="Arial"/>
              </a:defRPr>
            </a:lvl1pPr>
          </a:lstStyle>
          <a:p>
            <a:pPr lvl="0"/>
            <a:fld id="{007C45BE-F907-4235-8F41-6944091C3225}" type="slidenum">
              <a:t>‹#›</a:t>
            </a:fld>
            <a:endParaRPr lang="vi-V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marL="0" marR="0" lvl="0" indent="0" algn="l" defTabSz="914400" rtl="0" fontAlgn="auto" hangingPunct="1">
        <a:lnSpc>
          <a:spcPct val="90000"/>
        </a:lnSpc>
        <a:spcBef>
          <a:spcPts val="0"/>
        </a:spcBef>
        <a:spcAft>
          <a:spcPts val="0"/>
        </a:spcAft>
        <a:buNone/>
        <a:tabLst/>
        <a:defRPr lang="vi-VN" sz="4400" b="0" i="0" u="none" strike="noStrike" kern="1200" cap="none" spc="0" baseline="0">
          <a:solidFill>
            <a:srgbClr val="000000"/>
          </a:solidFill>
          <a:uFillTx/>
          <a:latin typeface="Arial"/>
        </a:defRPr>
      </a:lvl1pPr>
    </p:titleStyle>
    <p:bodyStyle>
      <a:lvl1pPr marL="228600" marR="0" lvl="0" indent="-228600" algn="l" defTabSz="914400" rtl="0" fontAlgn="auto" hangingPunct="1">
        <a:lnSpc>
          <a:spcPct val="90000"/>
        </a:lnSpc>
        <a:spcBef>
          <a:spcPts val="1000"/>
        </a:spcBef>
        <a:spcAft>
          <a:spcPts val="0"/>
        </a:spcAft>
        <a:buSzPct val="100000"/>
        <a:buFont typeface="Arial" pitchFamily="34"/>
        <a:buChar char="•"/>
        <a:tabLst/>
        <a:defRPr lang="vi-VN" sz="2800" b="0" i="0" u="none" strike="noStrike" kern="1200" cap="none" spc="0" baseline="0">
          <a:solidFill>
            <a:srgbClr val="000000"/>
          </a:solidFill>
          <a:uFillTx/>
          <a:latin typeface="Arial"/>
        </a:defRPr>
      </a:lvl1pPr>
      <a:lvl2pPr marL="685800" marR="0" lvl="1" indent="-228600" algn="l" defTabSz="914400" rtl="0" fontAlgn="auto" hangingPunct="1">
        <a:lnSpc>
          <a:spcPct val="90000"/>
        </a:lnSpc>
        <a:spcBef>
          <a:spcPts val="500"/>
        </a:spcBef>
        <a:spcAft>
          <a:spcPts val="0"/>
        </a:spcAft>
        <a:buSzPct val="100000"/>
        <a:buFont typeface="Arial" pitchFamily="34"/>
        <a:buChar char="•"/>
        <a:tabLst/>
        <a:defRPr lang="vi-VN" sz="2400" b="0" i="0" u="none" strike="noStrike" kern="1200" cap="none" spc="0" baseline="0">
          <a:solidFill>
            <a:srgbClr val="000000"/>
          </a:solidFill>
          <a:uFillTx/>
          <a:latin typeface="Arial"/>
        </a:defRPr>
      </a:lvl2pPr>
      <a:lvl3pPr marL="1143000" marR="0" lvl="2" indent="-228600" algn="l" defTabSz="914400" rtl="0" fontAlgn="auto" hangingPunct="1">
        <a:lnSpc>
          <a:spcPct val="90000"/>
        </a:lnSpc>
        <a:spcBef>
          <a:spcPts val="500"/>
        </a:spcBef>
        <a:spcAft>
          <a:spcPts val="0"/>
        </a:spcAft>
        <a:buSzPct val="100000"/>
        <a:buFont typeface="Arial" pitchFamily="34"/>
        <a:buChar char="•"/>
        <a:tabLst/>
        <a:defRPr lang="vi-VN" sz="2000" b="0" i="0" u="none" strike="noStrike" kern="1200" cap="none" spc="0" baseline="0">
          <a:solidFill>
            <a:srgbClr val="000000"/>
          </a:solidFill>
          <a:uFillTx/>
          <a:latin typeface="Arial"/>
        </a:defRPr>
      </a:lvl3pPr>
      <a:lvl4pPr marL="1600200" marR="0" lvl="3" indent="-228600" algn="l" defTabSz="914400" rtl="0" fontAlgn="auto" hangingPunct="1">
        <a:lnSpc>
          <a:spcPct val="90000"/>
        </a:lnSpc>
        <a:spcBef>
          <a:spcPts val="500"/>
        </a:spcBef>
        <a:spcAft>
          <a:spcPts val="0"/>
        </a:spcAft>
        <a:buSzPct val="100000"/>
        <a:buFont typeface="Arial" pitchFamily="34"/>
        <a:buChar char="•"/>
        <a:tabLst/>
        <a:defRPr lang="vi-VN" sz="1800" b="0" i="0" u="none" strike="noStrike" kern="1200" cap="none" spc="0" baseline="0">
          <a:solidFill>
            <a:srgbClr val="000000"/>
          </a:solidFill>
          <a:uFillTx/>
          <a:latin typeface="Arial"/>
        </a:defRPr>
      </a:lvl4pPr>
      <a:lvl5pPr marL="2057400" marR="0" lvl="4" indent="-228600" algn="l" defTabSz="914400" rtl="0" fontAlgn="auto" hangingPunct="1">
        <a:lnSpc>
          <a:spcPct val="90000"/>
        </a:lnSpc>
        <a:spcBef>
          <a:spcPts val="500"/>
        </a:spcBef>
        <a:spcAft>
          <a:spcPts val="0"/>
        </a:spcAft>
        <a:buSzPct val="100000"/>
        <a:buFont typeface="Arial" pitchFamily="34"/>
        <a:buChar char="•"/>
        <a:tabLst/>
        <a:defRPr lang="vi-VN" sz="1800" b="0" i="0" u="none" strike="noStrike" kern="1200" cap="none" spc="0" baseline="0">
          <a:solidFill>
            <a:srgbClr val="000000"/>
          </a:solidFill>
          <a:uFillTx/>
          <a:latin typeface="Arial"/>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vi-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png"/><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image" Target="../media/image1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1.png"/><Relationship Id="rId3"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2.png"/><Relationship Id="rId3" Type="http://schemas.openxmlformats.org/officeDocument/2006/relationships/image" Target="../media/image16.png"/><Relationship Id="rId4" Type="http://schemas.openxmlformats.org/officeDocument/2006/relationships/image" Target="../media/image17.png"/><Relationship Id="rId5" Type="http://schemas.openxmlformats.org/officeDocument/2006/relationships/notesSlide" Target="../notesSlides/notesSlide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3.png"/><Relationship Id="rId4" Type="http://schemas.openxmlformats.org/officeDocument/2006/relationships/chart" Target="../charts/char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5.jpeg"/></Relationships>
</file>

<file path=ppt/slides/slide1.xml><?xml version="1.0" encoding="utf-8"?>
<p:sld xmlns:a="http://schemas.openxmlformats.org/drawingml/2006/main" xmlns:r="http://schemas.openxmlformats.org/officeDocument/2006/relationships" xmlns:p="http://schemas.openxmlformats.org/presentationml/2006/main">
  <p:cSld name="Slide1">
    <p:bg>
      <p:bgPr>
        <a:solidFill>
          <a:srgbClr val="FFFFFF"/>
        </a:solidFill>
        <a:effectLst/>
      </p:bgPr>
    </p:bg>
    <p:spTree>
      <p:nvGrpSpPr>
        <p:cNvPr id="1" name=""/>
        <p:cNvGrpSpPr/>
        <p:nvPr/>
      </p:nvGrpSpPr>
      <p:grpSpPr>
        <a:xfrm>
          <a:off x="0" y="0"/>
          <a:ext cx="0" cy="0"/>
          <a:chOff x="0" y="0"/>
          <a:chExt cx="0" cy="0"/>
        </a:xfrm>
      </p:grpSpPr>
      <p:sp>
        <p:nvSpPr>
          <p:cNvPr id="2" name="Rectangle 8">
            <a:extLst>
              <a:ext uri="{FF2B5EF4-FFF2-40B4-BE49-F238E27FC236}">
                <a16:creationId xmlns:a16="http://schemas.microsoft.com/office/drawing/2014/main" id="{417B4EEC-DFFB-44C6-6624-23FD25C15EB1}"/>
              </a:ext>
              <a:ext uri="{C183D7F6-B498-43B3-948B-1728B52AA6E4}">
                <adec:decorative xmlns:adec="http://schemas.microsoft.com/office/drawing/2017/decorative" val="1"/>
              </a:ext>
            </a:extLst>
          </p:cNvPr>
          <p:cNvSpPr>
            <a:spLocks noMove="1" noResize="1"/>
          </p:cNvSpPr>
          <p:nvPr/>
        </p:nvSpPr>
        <p:spPr>
          <a:xfrm>
            <a:off x="0" y="0"/>
            <a:ext cx="12188952" cy="6858000"/>
          </a:xfrm>
          <a:prstGeom prst="rect">
            <a:avLst/>
          </a:prstGeom>
          <a:solidFill>
            <a:srgbClr val="000000"/>
          </a:solid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vi-VN" sz="1800" b="0" i="0" u="none" strike="noStrike" kern="1200" cap="none" spc="0" baseline="0">
              <a:solidFill>
                <a:srgbClr val="FFFFFF"/>
              </a:solidFill>
              <a:uFillTx/>
              <a:latin typeface="Arial"/>
            </a:endParaRPr>
          </a:p>
        </p:txBody>
      </p:sp>
      <p:sp>
        <p:nvSpPr>
          <p:cNvPr id="4" name="Title 1">
            <a:extLst>
              <a:ext uri="{FF2B5EF4-FFF2-40B4-BE49-F238E27FC236}">
                <a16:creationId xmlns:a16="http://schemas.microsoft.com/office/drawing/2014/main" id="{DA0A25DF-720C-D201-181F-B34BA25D2D7C}"/>
              </a:ext>
            </a:extLst>
          </p:cNvPr>
          <p:cNvSpPr txBox="1">
            <a:spLocks noGrp="1"/>
          </p:cNvSpPr>
          <p:nvPr>
            <p:ph type="ctrTitle"/>
          </p:nvPr>
        </p:nvSpPr>
        <p:spPr>
          <a:xfrm>
            <a:off x="1527048" y="1124712"/>
            <a:ext cx="9144000" cy="3063239"/>
          </a:xfrm>
        </p:spPr>
        <p:txBody>
          <a:bodyPr/>
          <a:lstStyle/>
          <a:p>
            <a:pPr lvl="0"/>
            <a:r>
              <a:rPr lang="vi-VN" sz="6600">
                <a:solidFill>
                  <a:srgbClr val="FFFFFF"/>
                </a:solidFill>
              </a:rPr>
              <a:t>Thuyết trình về cuộc thi khoa học kỹ thuật</a:t>
            </a:r>
          </a:p>
        </p:txBody>
      </p:sp>
      <p:sp>
        <p:nvSpPr>
          <p:cNvPr id="5" name="Subtitle 2">
            <a:extLst>
              <a:ext uri="{FF2B5EF4-FFF2-40B4-BE49-F238E27FC236}">
                <a16:creationId xmlns:a16="http://schemas.microsoft.com/office/drawing/2014/main" id="{76FD1A6B-FAC6-7176-9FAA-8A9146C494F2}"/>
              </a:ext>
            </a:extLst>
          </p:cNvPr>
          <p:cNvSpPr txBox="1">
            <a:spLocks noGrp="1"/>
          </p:cNvSpPr>
          <p:nvPr>
            <p:ph type="subTitle" idx="1"/>
          </p:nvPr>
        </p:nvSpPr>
        <p:spPr>
          <a:xfrm>
            <a:off x="1527048" y="4599432"/>
            <a:ext cx="9144000" cy="1227517"/>
          </a:xfrm>
        </p:spPr>
        <p:txBody>
          <a:bodyPr>
            <a:normAutofit lnSpcReduction="10000"/>
          </a:bodyPr>
          <a:lstStyle/>
          <a:p>
            <a:pPr lvl="0"/>
            <a:r>
              <a:rPr lang="vi-VN" sz="1800" b="1">
                <a:solidFill>
                  <a:srgbClr val="FFFFFF"/>
                </a:solidFill>
              </a:rPr>
              <a:t>Đề tài:</a:t>
            </a:r>
            <a:r>
              <a:rPr lang="vi-VN" sz="1800">
                <a:solidFill>
                  <a:srgbClr val="FFFFFF"/>
                </a:solidFill>
              </a:rPr>
              <a:t> Áp dụng thuật toán chấp nhận trì hoãn vào việc sắp xếp học sinh vào các CLB tương ứng</a:t>
            </a:r>
          </a:p>
          <a:p>
            <a:pPr lvl="0"/>
            <a:r>
              <a:rPr lang="vi-VN" sz="1800" b="1">
                <a:solidFill>
                  <a:srgbClr val="FFFFFF"/>
                </a:solidFill>
              </a:rPr>
              <a:t>Thực hiện bởi:</a:t>
            </a:r>
            <a:r>
              <a:rPr lang="vi-VN" sz="1800">
                <a:solidFill>
                  <a:srgbClr val="FFFFFF"/>
                </a:solidFill>
              </a:rPr>
              <a:t> Nguyễn Phan Văn Trường 11H2 và Lê Hoàng Phương Vi 10H3</a:t>
            </a:r>
          </a:p>
          <a:p>
            <a:pPr lvl="0"/>
            <a:r>
              <a:rPr lang="vi-VN" sz="1800">
                <a:solidFill>
                  <a:srgbClr val="FFFFFF"/>
                </a:solidFill>
              </a:rPr>
              <a:t>Cơ sở HVT</a:t>
            </a:r>
          </a:p>
        </p:txBody>
      </p:sp>
      <p:sp>
        <p:nvSpPr>
          <p:cNvPr id="6" name="sketchy box">
            <a:extLst>
              <a:ext uri="{FF2B5EF4-FFF2-40B4-BE49-F238E27FC236}">
                <a16:creationId xmlns:a16="http://schemas.microsoft.com/office/drawing/2014/main" id="{EB98BDD6-14F8-6D4C-C9DA-6965969B187B}"/>
              </a:ext>
              <a:ext uri="{C183D7F6-B498-43B3-948B-1728B52AA6E4}">
                <adec:decorative xmlns:adec="http://schemas.microsoft.com/office/drawing/2017/decorative" val="1"/>
              </a:ext>
            </a:extLst>
          </p:cNvPr>
          <p:cNvSpPr>
            <a:spLocks noMove="1" noResize="1"/>
          </p:cNvSpPr>
          <p:nvPr/>
        </p:nvSpPr>
        <p:spPr>
          <a:xfrm flipV="1">
            <a:off x="838203" y="720949"/>
            <a:ext cx="10515600" cy="5416091"/>
          </a:xfrm>
          <a:prstGeom prst="rect">
            <a:avLst/>
          </a:prstGeom>
          <a:noFill/>
          <a:ln w="47621" cap="rnd">
            <a:solidFill>
              <a:srgbClr val="FFFFFF">
                <a:alpha val="75000"/>
              </a:srgbClr>
            </a:solidFill>
            <a:prstDash val="solid"/>
            <a:roun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vi-VN" sz="1800" b="0" i="0" u="none" strike="noStrike" kern="1200" cap="none" spc="0" baseline="0">
              <a:solidFill>
                <a:srgbClr val="FFFFFF"/>
              </a:solidFill>
              <a:uFillTx/>
              <a:latin typeface="Arial"/>
            </a:endParaRPr>
          </a:p>
        </p:txBody>
      </p:sp>
      <p:sp>
        <p:nvSpPr>
          <p:cNvPr id="7" name="sketchy line">
            <a:extLst>
              <a:ext uri="{FF2B5EF4-FFF2-40B4-BE49-F238E27FC236}">
                <a16:creationId xmlns:a16="http://schemas.microsoft.com/office/drawing/2014/main" id="{75B9F413-CB0C-4FC4-867B-5F0F26D5466B}"/>
              </a:ext>
              <a:ext uri="{C183D7F6-B498-43B3-948B-1728B52AA6E4}">
                <adec:decorative xmlns:adec="http://schemas.microsoft.com/office/drawing/2017/decorative" val="1"/>
              </a:ext>
            </a:extLst>
          </p:cNvPr>
          <p:cNvSpPr>
            <a:spLocks noMove="1" noResize="1"/>
          </p:cNvSpPr>
          <p:nvPr/>
        </p:nvSpPr>
        <p:spPr>
          <a:xfrm>
            <a:off x="3974201" y="4419423"/>
            <a:ext cx="4243593" cy="18288"/>
          </a:xfrm>
          <a:prstGeom prst="rect">
            <a:avLst/>
          </a:prstGeom>
          <a:solidFill>
            <a:srgbClr val="FFFFFF">
              <a:alpha val="75000"/>
            </a:srgbClr>
          </a:solidFill>
          <a:ln w="41276" cap="rnd">
            <a:solidFill>
              <a:srgbClr val="FFFFFF">
                <a:alpha val="75000"/>
              </a:srgbClr>
            </a:solidFill>
            <a:prstDash val="solid"/>
            <a:roun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vi-VN" sz="1800" b="0" i="0" u="none" strike="noStrike" kern="1200" cap="none" spc="0" baseline="0">
              <a:solidFill>
                <a:srgbClr val="FFFFFF"/>
              </a:solidFill>
              <a:uFillTx/>
              <a:latin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2">
    <p:bg>
      <p:bgPr>
        <a:solidFill>
          <a:srgbClr val="F8F3ED"/>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D431AA-BA1E-C72F-113B-735353A48F61}"/>
              </a:ext>
            </a:extLst>
          </p:cNvPr>
          <p:cNvSpPr txBox="1">
            <a:spLocks noGrp="1"/>
          </p:cNvSpPr>
          <p:nvPr>
            <p:ph type="title"/>
          </p:nvPr>
        </p:nvSpPr>
        <p:spPr/>
        <p:txBody>
          <a:bodyPr/>
          <a:lstStyle/>
          <a:p>
            <a:r>
              <a:rPr lang="vi-VN"/>
              <a:t>Nội dung </a:t>
            </a:r>
          </a:p>
        </p:txBody>
      </p:sp>
      <p:sp>
        <p:nvSpPr>
          <p:cNvPr id="3" name="Rounded Rectangle 2"/>
          <p:cNvSpPr/>
          <p:nvPr/>
        </p:nvSpPr>
        <p:spPr>
          <a:xfrm>
            <a:off x="841248" y="1783080"/>
            <a:ext cx="2423160" cy="2011680"/>
          </a:xfrm>
          <a:prstGeom prst="roundRect">
            <a:avLst>
              <a:gd name="adj" fmla="val 6000"/>
            </a:avLst>
          </a:prstGeom>
          <a:solidFill>
            <a:srgbClr val="EFE8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15568" y="2011680"/>
            <a:ext cx="1280160" cy="548640"/>
          </a:xfrm>
          <a:prstGeom prst="rect">
            <a:avLst/>
          </a:prstGeom>
          <a:noFill/>
        </p:spPr>
        <p:txBody>
          <a:bodyPr wrap="square" lIns="0" rIns="0" tIns="0" bIns="0">
            <a:spAutoFit/>
          </a:bodyPr>
          <a:lstStyle/>
          <a:p>
            <a:r>
              <a:rPr sz="3200" b="1" i="0" lang="vi-VN">
                <a:solidFill>
                  <a:srgbClr val="3F6B52"/>
                </a:solidFill>
                <a:latin typeface="Arial"/>
              </a:rPr>
              <a:t>01</a:t>
            </a:r>
          </a:p>
        </p:txBody>
      </p:sp>
      <p:sp>
        <p:nvSpPr>
          <p:cNvPr id="5" name="TextBox 4"/>
          <p:cNvSpPr txBox="1"/>
          <p:nvPr/>
        </p:nvSpPr>
        <p:spPr>
          <a:xfrm>
            <a:off x="1115568" y="2606040"/>
            <a:ext cx="1874519" cy="731520"/>
          </a:xfrm>
          <a:prstGeom prst="rect">
            <a:avLst/>
          </a:prstGeom>
          <a:noFill/>
        </p:spPr>
        <p:txBody>
          <a:bodyPr wrap="square" lIns="0" rIns="0" tIns="0" bIns="0">
            <a:spAutoFit/>
          </a:bodyPr>
          <a:lstStyle/>
          <a:p>
            <a:r>
              <a:rPr sz="1700" b="1" i="0" lang="vi-VN">
                <a:solidFill>
                  <a:srgbClr val="1F1F1F"/>
                </a:solidFill>
                <a:latin typeface="Arial"/>
              </a:rPr>
              <a:t>Bài toán</a:t>
            </a:r>
          </a:p>
        </p:txBody>
      </p:sp>
      <p:sp>
        <p:nvSpPr>
          <p:cNvPr id="6" name="TextBox 5"/>
          <p:cNvSpPr txBox="1"/>
          <p:nvPr/>
        </p:nvSpPr>
        <p:spPr>
          <a:xfrm>
            <a:off x="1115568" y="3410712"/>
            <a:ext cx="1874519" cy="274320"/>
          </a:xfrm>
          <a:prstGeom prst="rect">
            <a:avLst/>
          </a:prstGeom>
          <a:noFill/>
        </p:spPr>
        <p:txBody>
          <a:bodyPr wrap="square" lIns="0" rIns="0" tIns="0" bIns="0">
            <a:spAutoFit/>
          </a:bodyPr>
          <a:lstStyle/>
          <a:p>
            <a:r>
              <a:rPr sz="1200" b="0" i="0" lang="vi-VN">
                <a:solidFill>
                  <a:srgbClr val="595959"/>
                </a:solidFill>
                <a:latin typeface="Arial"/>
              </a:rPr>
              <a:t>Trang 4</a:t>
            </a:r>
          </a:p>
        </p:txBody>
      </p:sp>
      <p:sp>
        <p:nvSpPr>
          <p:cNvPr id="7" name="Rounded Rectangle 6"/>
          <p:cNvSpPr/>
          <p:nvPr/>
        </p:nvSpPr>
        <p:spPr>
          <a:xfrm>
            <a:off x="3538727" y="1783080"/>
            <a:ext cx="2423160" cy="2011680"/>
          </a:xfrm>
          <a:prstGeom prst="roundRect">
            <a:avLst>
              <a:gd name="adj" fmla="val 6000"/>
            </a:avLst>
          </a:prstGeom>
          <a:solidFill>
            <a:srgbClr val="EFE8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813048" y="2011680"/>
            <a:ext cx="1280160" cy="548640"/>
          </a:xfrm>
          <a:prstGeom prst="rect">
            <a:avLst/>
          </a:prstGeom>
          <a:noFill/>
        </p:spPr>
        <p:txBody>
          <a:bodyPr wrap="square" lIns="0" rIns="0" tIns="0" bIns="0">
            <a:spAutoFit/>
          </a:bodyPr>
          <a:lstStyle/>
          <a:p>
            <a:r>
              <a:rPr sz="3200" b="1" i="0" lang="vi-VN">
                <a:solidFill>
                  <a:srgbClr val="3F6B52"/>
                </a:solidFill>
                <a:latin typeface="Arial"/>
              </a:rPr>
              <a:t>02</a:t>
            </a:r>
          </a:p>
        </p:txBody>
      </p:sp>
      <p:sp>
        <p:nvSpPr>
          <p:cNvPr id="9" name="TextBox 8"/>
          <p:cNvSpPr txBox="1"/>
          <p:nvPr/>
        </p:nvSpPr>
        <p:spPr>
          <a:xfrm>
            <a:off x="3813048" y="2606040"/>
            <a:ext cx="1874519" cy="731520"/>
          </a:xfrm>
          <a:prstGeom prst="rect">
            <a:avLst/>
          </a:prstGeom>
          <a:noFill/>
        </p:spPr>
        <p:txBody>
          <a:bodyPr wrap="square" lIns="0" rIns="0" tIns="0" bIns="0">
            <a:spAutoFit/>
          </a:bodyPr>
          <a:lstStyle/>
          <a:p>
            <a:r>
              <a:rPr sz="1700" b="1" i="0" lang="vi-VN">
                <a:solidFill>
                  <a:srgbClr val="1F1F1F"/>
                </a:solidFill>
                <a:latin typeface="Arial"/>
              </a:rPr>
              <a:t>Giải pháp</a:t>
            </a:r>
          </a:p>
        </p:txBody>
      </p:sp>
      <p:sp>
        <p:nvSpPr>
          <p:cNvPr id="10" name="TextBox 9"/>
          <p:cNvSpPr txBox="1"/>
          <p:nvPr/>
        </p:nvSpPr>
        <p:spPr>
          <a:xfrm>
            <a:off x="3813048" y="3410712"/>
            <a:ext cx="1874519" cy="274320"/>
          </a:xfrm>
          <a:prstGeom prst="rect">
            <a:avLst/>
          </a:prstGeom>
          <a:noFill/>
        </p:spPr>
        <p:txBody>
          <a:bodyPr wrap="square" lIns="0" rIns="0" tIns="0" bIns="0">
            <a:spAutoFit/>
          </a:bodyPr>
          <a:lstStyle/>
          <a:p>
            <a:r>
              <a:rPr sz="1200" b="0" i="0" lang="vi-VN">
                <a:solidFill>
                  <a:srgbClr val="595959"/>
                </a:solidFill>
                <a:latin typeface="Arial"/>
              </a:rPr>
              <a:t>Trang 5</a:t>
            </a:r>
          </a:p>
        </p:txBody>
      </p:sp>
      <p:sp>
        <p:nvSpPr>
          <p:cNvPr id="11" name="Rounded Rectangle 10"/>
          <p:cNvSpPr/>
          <p:nvPr/>
        </p:nvSpPr>
        <p:spPr>
          <a:xfrm>
            <a:off x="6236207" y="1783080"/>
            <a:ext cx="2423160" cy="2011680"/>
          </a:xfrm>
          <a:prstGeom prst="roundRect">
            <a:avLst>
              <a:gd name="adj" fmla="val 6000"/>
            </a:avLst>
          </a:prstGeom>
          <a:solidFill>
            <a:srgbClr val="EFE8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10527" y="2011680"/>
            <a:ext cx="1280160" cy="548640"/>
          </a:xfrm>
          <a:prstGeom prst="rect">
            <a:avLst/>
          </a:prstGeom>
          <a:noFill/>
        </p:spPr>
        <p:txBody>
          <a:bodyPr wrap="square" lIns="0" rIns="0" tIns="0" bIns="0">
            <a:spAutoFit/>
          </a:bodyPr>
          <a:lstStyle/>
          <a:p>
            <a:r>
              <a:rPr sz="3200" b="1" i="0" lang="vi-VN">
                <a:solidFill>
                  <a:srgbClr val="3F6B52"/>
                </a:solidFill>
                <a:latin typeface="Arial"/>
              </a:rPr>
              <a:t>03</a:t>
            </a:r>
          </a:p>
        </p:txBody>
      </p:sp>
      <p:sp>
        <p:nvSpPr>
          <p:cNvPr id="13" name="TextBox 12"/>
          <p:cNvSpPr txBox="1"/>
          <p:nvPr/>
        </p:nvSpPr>
        <p:spPr>
          <a:xfrm>
            <a:off x="6510527" y="2606040"/>
            <a:ext cx="1874519" cy="731520"/>
          </a:xfrm>
          <a:prstGeom prst="rect">
            <a:avLst/>
          </a:prstGeom>
          <a:noFill/>
        </p:spPr>
        <p:txBody>
          <a:bodyPr wrap="square" lIns="0" rIns="0" tIns="0" bIns="0">
            <a:spAutoFit/>
          </a:bodyPr>
          <a:lstStyle/>
          <a:p>
            <a:r>
              <a:rPr sz="1700" b="1" i="0" lang="vi-VN">
                <a:solidFill>
                  <a:srgbClr val="1F1F1F"/>
                </a:solidFill>
                <a:latin typeface="Arial"/>
              </a:rPr>
              <a:t>Vận hành phần mềm</a:t>
            </a:r>
          </a:p>
        </p:txBody>
      </p:sp>
      <p:sp>
        <p:nvSpPr>
          <p:cNvPr id="14" name="TextBox 13"/>
          <p:cNvSpPr txBox="1"/>
          <p:nvPr/>
        </p:nvSpPr>
        <p:spPr>
          <a:xfrm>
            <a:off x="6510527" y="3410712"/>
            <a:ext cx="1874519" cy="274320"/>
          </a:xfrm>
          <a:prstGeom prst="rect">
            <a:avLst/>
          </a:prstGeom>
          <a:noFill/>
        </p:spPr>
        <p:txBody>
          <a:bodyPr wrap="square" lIns="0" rIns="0" tIns="0" bIns="0">
            <a:spAutoFit/>
          </a:bodyPr>
          <a:lstStyle/>
          <a:p>
            <a:r>
              <a:rPr sz="1200" b="0" i="0" lang="vi-VN">
                <a:solidFill>
                  <a:srgbClr val="595959"/>
                </a:solidFill>
                <a:latin typeface="Arial"/>
              </a:rPr>
              <a:t>Trang 6</a:t>
            </a:r>
          </a:p>
        </p:txBody>
      </p:sp>
      <p:sp>
        <p:nvSpPr>
          <p:cNvPr id="15" name="Rounded Rectangle 14"/>
          <p:cNvSpPr/>
          <p:nvPr/>
        </p:nvSpPr>
        <p:spPr>
          <a:xfrm>
            <a:off x="8933688" y="1783080"/>
            <a:ext cx="2423160" cy="2011680"/>
          </a:xfrm>
          <a:prstGeom prst="roundRect">
            <a:avLst>
              <a:gd name="adj" fmla="val 6000"/>
            </a:avLst>
          </a:prstGeom>
          <a:solidFill>
            <a:srgbClr val="EFE8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208008" y="2011680"/>
            <a:ext cx="1280160" cy="548640"/>
          </a:xfrm>
          <a:prstGeom prst="rect">
            <a:avLst/>
          </a:prstGeom>
          <a:noFill/>
        </p:spPr>
        <p:txBody>
          <a:bodyPr wrap="square" lIns="0" rIns="0" tIns="0" bIns="0">
            <a:spAutoFit/>
          </a:bodyPr>
          <a:lstStyle/>
          <a:p>
            <a:r>
              <a:rPr sz="3200" b="1" i="0" lang="vi-VN">
                <a:solidFill>
                  <a:srgbClr val="3F6B52"/>
                </a:solidFill>
                <a:latin typeface="Arial"/>
              </a:rPr>
              <a:t>04</a:t>
            </a:r>
          </a:p>
        </p:txBody>
      </p:sp>
      <p:sp>
        <p:nvSpPr>
          <p:cNvPr id="17" name="TextBox 16"/>
          <p:cNvSpPr txBox="1"/>
          <p:nvPr/>
        </p:nvSpPr>
        <p:spPr>
          <a:xfrm>
            <a:off x="9208008" y="2606040"/>
            <a:ext cx="1874519" cy="731520"/>
          </a:xfrm>
          <a:prstGeom prst="rect">
            <a:avLst/>
          </a:prstGeom>
          <a:noFill/>
        </p:spPr>
        <p:txBody>
          <a:bodyPr wrap="square" lIns="0" rIns="0" tIns="0" bIns="0">
            <a:spAutoFit/>
          </a:bodyPr>
          <a:lstStyle/>
          <a:p>
            <a:r>
              <a:rPr sz="1700" b="1" i="0" lang="vi-VN">
                <a:solidFill>
                  <a:srgbClr val="1F1F1F"/>
                </a:solidFill>
                <a:latin typeface="Arial"/>
              </a:rPr>
              <a:t>Cách phần mềm hoạt động</a:t>
            </a:r>
          </a:p>
        </p:txBody>
      </p:sp>
      <p:sp>
        <p:nvSpPr>
          <p:cNvPr id="18" name="TextBox 17"/>
          <p:cNvSpPr txBox="1"/>
          <p:nvPr/>
        </p:nvSpPr>
        <p:spPr>
          <a:xfrm>
            <a:off x="9208008" y="3410712"/>
            <a:ext cx="1874519" cy="274320"/>
          </a:xfrm>
          <a:prstGeom prst="rect">
            <a:avLst/>
          </a:prstGeom>
          <a:noFill/>
        </p:spPr>
        <p:txBody>
          <a:bodyPr wrap="square" lIns="0" rIns="0" tIns="0" bIns="0">
            <a:spAutoFit/>
          </a:bodyPr>
          <a:lstStyle/>
          <a:p>
            <a:r>
              <a:rPr sz="1200" b="0" i="0" lang="vi-VN">
                <a:solidFill>
                  <a:srgbClr val="595959"/>
                </a:solidFill>
                <a:latin typeface="Arial"/>
              </a:rPr>
              <a:t>Trang 7 và 8</a:t>
            </a:r>
          </a:p>
        </p:txBody>
      </p:sp>
      <p:sp>
        <p:nvSpPr>
          <p:cNvPr id="19" name="Rounded Rectangle 18"/>
          <p:cNvSpPr/>
          <p:nvPr/>
        </p:nvSpPr>
        <p:spPr>
          <a:xfrm>
            <a:off x="841248" y="4069080"/>
            <a:ext cx="2423160" cy="2011680"/>
          </a:xfrm>
          <a:prstGeom prst="roundRect">
            <a:avLst>
              <a:gd name="adj" fmla="val 6000"/>
            </a:avLst>
          </a:prstGeom>
          <a:solidFill>
            <a:srgbClr val="EFE8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115568" y="4297680"/>
            <a:ext cx="1280160" cy="548640"/>
          </a:xfrm>
          <a:prstGeom prst="rect">
            <a:avLst/>
          </a:prstGeom>
          <a:noFill/>
        </p:spPr>
        <p:txBody>
          <a:bodyPr wrap="square" lIns="0" rIns="0" tIns="0" bIns="0">
            <a:spAutoFit/>
          </a:bodyPr>
          <a:lstStyle/>
          <a:p>
            <a:r>
              <a:rPr sz="3200" b="1" i="0" lang="vi-VN">
                <a:solidFill>
                  <a:srgbClr val="3F6B52"/>
                </a:solidFill>
                <a:latin typeface="Arial"/>
              </a:rPr>
              <a:t>05</a:t>
            </a:r>
          </a:p>
        </p:txBody>
      </p:sp>
      <p:sp>
        <p:nvSpPr>
          <p:cNvPr id="21" name="TextBox 20"/>
          <p:cNvSpPr txBox="1"/>
          <p:nvPr/>
        </p:nvSpPr>
        <p:spPr>
          <a:xfrm>
            <a:off x="1115568" y="4892040"/>
            <a:ext cx="1874519" cy="731520"/>
          </a:xfrm>
          <a:prstGeom prst="rect">
            <a:avLst/>
          </a:prstGeom>
          <a:noFill/>
        </p:spPr>
        <p:txBody>
          <a:bodyPr wrap="square" lIns="0" rIns="0" tIns="0" bIns="0">
            <a:spAutoFit/>
          </a:bodyPr>
          <a:lstStyle/>
          <a:p>
            <a:r>
              <a:rPr sz="1700" b="1" i="0" lang="vi-VN">
                <a:solidFill>
                  <a:srgbClr val="1F1F1F"/>
                </a:solidFill>
                <a:latin typeface="Arial"/>
              </a:rPr>
              <a:t>Các số liệu</a:t>
            </a:r>
          </a:p>
        </p:txBody>
      </p:sp>
      <p:sp>
        <p:nvSpPr>
          <p:cNvPr id="22" name="TextBox 21"/>
          <p:cNvSpPr txBox="1"/>
          <p:nvPr/>
        </p:nvSpPr>
        <p:spPr>
          <a:xfrm>
            <a:off x="1115568" y="5696712"/>
            <a:ext cx="1874519" cy="274320"/>
          </a:xfrm>
          <a:prstGeom prst="rect">
            <a:avLst/>
          </a:prstGeom>
          <a:noFill/>
        </p:spPr>
        <p:txBody>
          <a:bodyPr wrap="square" lIns="0" rIns="0" tIns="0" bIns="0">
            <a:spAutoFit/>
          </a:bodyPr>
          <a:lstStyle/>
          <a:p>
            <a:r>
              <a:rPr sz="1200" b="0" i="0" lang="vi-VN">
                <a:solidFill>
                  <a:srgbClr val="595959"/>
                </a:solidFill>
                <a:latin typeface="Arial"/>
              </a:rPr>
              <a:t>Trang 9 đến 11</a:t>
            </a:r>
          </a:p>
        </p:txBody>
      </p:sp>
      <p:sp>
        <p:nvSpPr>
          <p:cNvPr id="23" name="Rounded Rectangle 22"/>
          <p:cNvSpPr/>
          <p:nvPr/>
        </p:nvSpPr>
        <p:spPr>
          <a:xfrm>
            <a:off x="3538727" y="4069080"/>
            <a:ext cx="2423160" cy="2011680"/>
          </a:xfrm>
          <a:prstGeom prst="roundRect">
            <a:avLst>
              <a:gd name="adj" fmla="val 6000"/>
            </a:avLst>
          </a:prstGeom>
          <a:solidFill>
            <a:srgbClr val="EFE8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813048" y="4297680"/>
            <a:ext cx="1280160" cy="548640"/>
          </a:xfrm>
          <a:prstGeom prst="rect">
            <a:avLst/>
          </a:prstGeom>
          <a:noFill/>
        </p:spPr>
        <p:txBody>
          <a:bodyPr wrap="square" lIns="0" rIns="0" tIns="0" bIns="0">
            <a:spAutoFit/>
          </a:bodyPr>
          <a:lstStyle/>
          <a:p>
            <a:r>
              <a:rPr sz="3200" b="1" i="0" lang="vi-VN">
                <a:solidFill>
                  <a:srgbClr val="3F6B52"/>
                </a:solidFill>
                <a:latin typeface="Arial"/>
              </a:rPr>
              <a:t>06</a:t>
            </a:r>
          </a:p>
        </p:txBody>
      </p:sp>
      <p:sp>
        <p:nvSpPr>
          <p:cNvPr id="25" name="TextBox 24"/>
          <p:cNvSpPr txBox="1"/>
          <p:nvPr/>
        </p:nvSpPr>
        <p:spPr>
          <a:xfrm>
            <a:off x="3813048" y="4892040"/>
            <a:ext cx="1874519" cy="731520"/>
          </a:xfrm>
          <a:prstGeom prst="rect">
            <a:avLst/>
          </a:prstGeom>
          <a:noFill/>
        </p:spPr>
        <p:txBody>
          <a:bodyPr wrap="square" lIns="0" rIns="0" tIns="0" bIns="0">
            <a:spAutoFit/>
          </a:bodyPr>
          <a:lstStyle/>
          <a:p>
            <a:r>
              <a:rPr sz="1700" b="1" i="0" lang="vi-VN">
                <a:solidFill>
                  <a:srgbClr val="1F1F1F"/>
                </a:solidFill>
                <a:latin typeface="Arial"/>
              </a:rPr>
              <a:t>Tính năng khác</a:t>
            </a:r>
          </a:p>
        </p:txBody>
      </p:sp>
      <p:sp>
        <p:nvSpPr>
          <p:cNvPr id="26" name="TextBox 25"/>
          <p:cNvSpPr txBox="1"/>
          <p:nvPr/>
        </p:nvSpPr>
        <p:spPr>
          <a:xfrm>
            <a:off x="3813048" y="5696712"/>
            <a:ext cx="1874519" cy="274320"/>
          </a:xfrm>
          <a:prstGeom prst="rect">
            <a:avLst/>
          </a:prstGeom>
          <a:noFill/>
        </p:spPr>
        <p:txBody>
          <a:bodyPr wrap="square" lIns="0" rIns="0" tIns="0" bIns="0">
            <a:spAutoFit/>
          </a:bodyPr>
          <a:lstStyle/>
          <a:p>
            <a:r>
              <a:rPr sz="1200" b="0" i="0" lang="vi-VN">
                <a:solidFill>
                  <a:srgbClr val="595959"/>
                </a:solidFill>
                <a:latin typeface="Arial"/>
              </a:rPr>
              <a:t>Trang 12</a:t>
            </a:r>
          </a:p>
        </p:txBody>
      </p:sp>
      <p:sp>
        <p:nvSpPr>
          <p:cNvPr id="27" name="Rounded Rectangle 26"/>
          <p:cNvSpPr/>
          <p:nvPr/>
        </p:nvSpPr>
        <p:spPr>
          <a:xfrm>
            <a:off x="6236207" y="4069080"/>
            <a:ext cx="2423160" cy="2011680"/>
          </a:xfrm>
          <a:prstGeom prst="roundRect">
            <a:avLst>
              <a:gd name="adj" fmla="val 6000"/>
            </a:avLst>
          </a:prstGeom>
          <a:solidFill>
            <a:srgbClr val="EFE8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510527" y="4297680"/>
            <a:ext cx="1280160" cy="548640"/>
          </a:xfrm>
          <a:prstGeom prst="rect">
            <a:avLst/>
          </a:prstGeom>
          <a:noFill/>
        </p:spPr>
        <p:txBody>
          <a:bodyPr wrap="square" lIns="0" rIns="0" tIns="0" bIns="0">
            <a:spAutoFit/>
          </a:bodyPr>
          <a:lstStyle/>
          <a:p>
            <a:r>
              <a:rPr sz="3200" b="1" i="0" lang="vi-VN">
                <a:solidFill>
                  <a:srgbClr val="3F6B52"/>
                </a:solidFill>
                <a:latin typeface="Arial"/>
              </a:rPr>
              <a:t>07</a:t>
            </a:r>
          </a:p>
        </p:txBody>
      </p:sp>
      <p:sp>
        <p:nvSpPr>
          <p:cNvPr id="29" name="TextBox 28"/>
          <p:cNvSpPr txBox="1"/>
          <p:nvPr/>
        </p:nvSpPr>
        <p:spPr>
          <a:xfrm>
            <a:off x="6510527" y="4892040"/>
            <a:ext cx="1874519" cy="731520"/>
          </a:xfrm>
          <a:prstGeom prst="rect">
            <a:avLst/>
          </a:prstGeom>
          <a:noFill/>
        </p:spPr>
        <p:txBody>
          <a:bodyPr wrap="square" lIns="0" rIns="0" tIns="0" bIns="0">
            <a:spAutoFit/>
          </a:bodyPr>
          <a:lstStyle/>
          <a:p>
            <a:r>
              <a:rPr sz="1700" b="1" i="0" lang="vi-VN">
                <a:solidFill>
                  <a:srgbClr val="1F1F1F"/>
                </a:solidFill>
                <a:latin typeface="Arial"/>
              </a:rPr>
              <a:t>Vì sao chọn dự án</a:t>
            </a:r>
          </a:p>
        </p:txBody>
      </p:sp>
      <p:sp>
        <p:nvSpPr>
          <p:cNvPr id="30" name="TextBox 29"/>
          <p:cNvSpPr txBox="1"/>
          <p:nvPr/>
        </p:nvSpPr>
        <p:spPr>
          <a:xfrm>
            <a:off x="6510527" y="5696712"/>
            <a:ext cx="1874519" cy="274320"/>
          </a:xfrm>
          <a:prstGeom prst="rect">
            <a:avLst/>
          </a:prstGeom>
          <a:noFill/>
        </p:spPr>
        <p:txBody>
          <a:bodyPr wrap="square" lIns="0" rIns="0" tIns="0" bIns="0">
            <a:spAutoFit/>
          </a:bodyPr>
          <a:lstStyle/>
          <a:p>
            <a:r>
              <a:rPr sz="1200" b="0" i="0" lang="vi-VN">
                <a:solidFill>
                  <a:srgbClr val="595959"/>
                </a:solidFill>
                <a:latin typeface="Arial"/>
              </a:rPr>
              <a:t>Trang 13</a:t>
            </a:r>
          </a:p>
        </p:txBody>
      </p:sp>
      <p:sp>
        <p:nvSpPr>
          <p:cNvPr id="31" name="Rounded Rectangle 30"/>
          <p:cNvSpPr/>
          <p:nvPr/>
        </p:nvSpPr>
        <p:spPr>
          <a:xfrm>
            <a:off x="8933688" y="4069080"/>
            <a:ext cx="2423160" cy="2011680"/>
          </a:xfrm>
          <a:prstGeom prst="roundRect">
            <a:avLst>
              <a:gd name="adj" fmla="val 6000"/>
            </a:avLst>
          </a:prstGeom>
          <a:solidFill>
            <a:srgbClr val="EFE8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208008" y="4297680"/>
            <a:ext cx="1280160" cy="548640"/>
          </a:xfrm>
          <a:prstGeom prst="rect">
            <a:avLst/>
          </a:prstGeom>
          <a:noFill/>
        </p:spPr>
        <p:txBody>
          <a:bodyPr wrap="square" lIns="0" rIns="0" tIns="0" bIns="0">
            <a:spAutoFit/>
          </a:bodyPr>
          <a:lstStyle/>
          <a:p>
            <a:r>
              <a:rPr sz="3200" b="1" i="0" lang="vi-VN">
                <a:solidFill>
                  <a:srgbClr val="3F6B52"/>
                </a:solidFill>
                <a:latin typeface="Arial"/>
              </a:rPr>
              <a:t>08</a:t>
            </a:r>
          </a:p>
        </p:txBody>
      </p:sp>
      <p:sp>
        <p:nvSpPr>
          <p:cNvPr id="33" name="TextBox 32"/>
          <p:cNvSpPr txBox="1"/>
          <p:nvPr/>
        </p:nvSpPr>
        <p:spPr>
          <a:xfrm>
            <a:off x="9208008" y="4892040"/>
            <a:ext cx="1874519" cy="731520"/>
          </a:xfrm>
          <a:prstGeom prst="rect">
            <a:avLst/>
          </a:prstGeom>
          <a:noFill/>
        </p:spPr>
        <p:txBody>
          <a:bodyPr wrap="square" lIns="0" rIns="0" tIns="0" bIns="0">
            <a:spAutoFit/>
          </a:bodyPr>
          <a:lstStyle/>
          <a:p>
            <a:r>
              <a:rPr sz="1700" b="1" i="0" lang="vi-VN">
                <a:solidFill>
                  <a:srgbClr val="1F1F1F"/>
                </a:solidFill>
                <a:latin typeface="Arial"/>
              </a:rPr>
              <a:t>Định hướng tương lai</a:t>
            </a:r>
          </a:p>
        </p:txBody>
      </p:sp>
      <p:sp>
        <p:nvSpPr>
          <p:cNvPr id="34" name="TextBox 33"/>
          <p:cNvSpPr txBox="1"/>
          <p:nvPr/>
        </p:nvSpPr>
        <p:spPr>
          <a:xfrm>
            <a:off x="9208008" y="5696712"/>
            <a:ext cx="1874519" cy="274320"/>
          </a:xfrm>
          <a:prstGeom prst="rect">
            <a:avLst/>
          </a:prstGeom>
          <a:noFill/>
        </p:spPr>
        <p:txBody>
          <a:bodyPr wrap="square" lIns="0" rIns="0" tIns="0" bIns="0">
            <a:spAutoFit/>
          </a:bodyPr>
          <a:lstStyle/>
          <a:p>
            <a:r>
              <a:rPr sz="1200" b="0" i="0" lang="vi-VN">
                <a:solidFill>
                  <a:srgbClr val="595959"/>
                </a:solidFill>
                <a:latin typeface="Arial"/>
              </a:rPr>
              <a:t>Trang 14</a:t>
            </a:r>
          </a:p>
        </p:txBody>
      </p:sp>
      <p:sp>
        <p:nvSpPr>
          <p:cNvPr id="35" name="TextBox 34"/>
          <p:cNvSpPr txBox="1"/>
          <p:nvPr/>
        </p:nvSpPr>
        <p:spPr>
          <a:xfrm>
            <a:off x="841248" y="6263640"/>
            <a:ext cx="10515600" cy="274320"/>
          </a:xfrm>
          <a:prstGeom prst="rect">
            <a:avLst/>
          </a:prstGeom>
          <a:noFill/>
        </p:spPr>
        <p:txBody>
          <a:bodyPr wrap="square" lIns="0" rIns="0" tIns="0" bIns="0">
            <a:spAutoFit/>
          </a:bodyPr>
          <a:lstStyle/>
          <a:p>
            <a:r>
              <a:rPr sz="1200" b="0" i="1" lang="vi-VN">
                <a:solidFill>
                  <a:srgbClr val="595959"/>
                </a:solidFill>
                <a:latin typeface="Arial"/>
              </a:rPr>
              <a:t>Giải nghĩa thuật ngữ: trang 3</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8F3ED"/>
        </a:solidFill>
        <a:effectLst/>
      </p:bgPr>
    </p:bg>
    <p:spTree>
      <p:nvGrpSpPr>
        <p:cNvPr id="1" name=""/>
        <p:cNvGrpSpPr/>
        <p:nvPr/>
      </p:nvGrpSpPr>
      <p:grpSpPr/>
      <p:sp>
        <p:nvSpPr>
          <p:cNvPr id="2" name="Title 1"/>
          <p:cNvSpPr>
            <a:spLocks noGrp="1"/>
          </p:cNvSpPr>
          <p:nvPr>
            <p:ph type="title"/>
          </p:nvPr>
        </p:nvSpPr>
        <p:spPr/>
        <p:txBody>
          <a:bodyPr/>
          <a:lstStyle/>
          <a:p>
            <a:r>
              <a:rPr lang="vi-VN"/>
              <a:t>Giải nghĩa thuật ngữ</a:t>
            </a:r>
          </a:p>
        </p:txBody>
      </p:sp>
      <p:graphicFrame>
        <p:nvGraphicFramePr>
          <p:cNvPr id="3" name="Table 2"/>
          <p:cNvGraphicFramePr>
            <a:graphicFrameLocks noGrp="1"/>
          </p:cNvGraphicFramePr>
          <p:nvPr/>
        </p:nvGraphicFramePr>
        <p:xfrm>
          <a:off x="841248" y="1783080"/>
          <a:ext cx="5166360" cy="2194560"/>
        </p:xfrm>
        <a:graphic>
          <a:graphicData uri="http://schemas.openxmlformats.org/drawingml/2006/table">
            <a:tbl>
              <a:tblPr firstRow="0" bandRow="0">
                <a:tableStyleId>{5940675A-B579-460E-94D1-54222C63F5DA}</a:tableStyleId>
              </a:tblPr>
              <a:tblGrid>
                <a:gridCol w="1600200"/>
                <a:gridCol w="3566160"/>
              </a:tblGrid>
              <a:tr h="365760">
                <a:tc>
                  <a:txBody>
                    <a:bodyPr/>
                    <a:lstStyle/>
                    <a:p>
                      <a:r>
                        <a:rPr sz="1500" b="1" lang="vi-VN">
                          <a:solidFill>
                            <a:srgbClr val="1F1F1F"/>
                          </a:solidFill>
                        </a:rPr>
                        <a:t>Thuật ngữ</a:t>
                      </a:r>
                    </a:p>
                  </a:txBody>
                  <a:tcPr marL="73152" marR="73152" marT="36576" marB="36576"/>
                </a:tc>
                <a:tc>
                  <a:txBody>
                    <a:bodyPr/>
                    <a:lstStyle/>
                    <a:p>
                      <a:r>
                        <a:rPr sz="1500" b="1" lang="vi-VN">
                          <a:solidFill>
                            <a:srgbClr val="1F1F1F"/>
                          </a:solidFill>
                        </a:rPr>
                        <a:t>Nghĩa</a:t>
                      </a:r>
                    </a:p>
                  </a:txBody>
                  <a:tcPr marL="73152" marR="73152" marT="36576" marB="36576"/>
                </a:tc>
              </a:tr>
              <a:tr h="365760">
                <a:tc>
                  <a:txBody>
                    <a:bodyPr/>
                    <a:lstStyle/>
                    <a:p>
                      <a:r>
                        <a:rPr sz="1500" b="1" lang="vi-VN">
                          <a:solidFill>
                            <a:srgbClr val="1F1F1F"/>
                          </a:solidFill>
                        </a:rPr>
                        <a:t>Thuật toán chấp nhận trì hoãn</a:t>
                      </a:r>
                    </a:p>
                  </a:txBody>
                  <a:tcPr marL="73152" marR="73152" marT="36576" marB="36576"/>
                </a:tc>
                <a:tc>
                  <a:txBody>
                    <a:bodyPr/>
                    <a:lstStyle/>
                    <a:p>
                      <a:r>
                        <a:rPr sz="1500" b="0" lang="vi-VN">
                          <a:solidFill>
                            <a:srgbClr val="1F1F1F"/>
                          </a:solidFill>
                        </a:rPr>
                        <a:t>Học sinh lần lượt nộp đơn theo nguyện vọng; CLB chỉ giữ tạm, tới cuối mới chốt. Còn gọi là thuật toán Gale-Shapley.</a:t>
                      </a:r>
                    </a:p>
                  </a:txBody>
                  <a:tcPr marL="73152" marR="73152" marT="36576" marB="36576"/>
                </a:tc>
              </a:tr>
              <a:tr h="365760">
                <a:tc>
                  <a:txBody>
                    <a:bodyPr/>
                    <a:lstStyle/>
                    <a:p>
                      <a:r>
                        <a:rPr sz="1500" b="1" lang="vi-VN">
                          <a:solidFill>
                            <a:srgbClr val="1F1F1F"/>
                          </a:solidFill>
                        </a:rPr>
                        <a:t>Nguyện vọng (NV)</a:t>
                      </a:r>
                    </a:p>
                  </a:txBody>
                  <a:tcPr marL="73152" marR="73152" marT="36576" marB="36576"/>
                </a:tc>
                <a:tc>
                  <a:txBody>
                    <a:bodyPr/>
                    <a:lstStyle/>
                    <a:p>
                      <a:r>
                        <a:rPr sz="1500" b="0" lang="vi-VN">
                          <a:solidFill>
                            <a:srgbClr val="1F1F1F"/>
                          </a:solidFill>
                        </a:rPr>
                        <a:t>Thứ tự các CLB học sinh muốn vào. NV1 là CLB học sinh thích nhất.</a:t>
                      </a:r>
                    </a:p>
                  </a:txBody>
                  <a:tcPr marL="73152" marR="73152" marT="36576" marB="36576"/>
                </a:tc>
              </a:tr>
              <a:tr h="365760">
                <a:tc>
                  <a:txBody>
                    <a:bodyPr/>
                    <a:lstStyle/>
                    <a:p>
                      <a:r>
                        <a:rPr sz="1500" b="1" lang="vi-VN">
                          <a:solidFill>
                            <a:srgbClr val="1F1F1F"/>
                          </a:solidFill>
                        </a:rPr>
                        <a:t>Giữ tạm</a:t>
                      </a:r>
                    </a:p>
                  </a:txBody>
                  <a:tcPr marL="73152" marR="73152" marT="36576" marB="36576"/>
                </a:tc>
                <a:tc>
                  <a:txBody>
                    <a:bodyPr/>
                    <a:lstStyle/>
                    <a:p>
                      <a:r>
                        <a:rPr sz="1500" b="0" lang="vi-VN">
                          <a:solidFill>
                            <a:srgbClr val="1F1F1F"/>
                          </a:solidFill>
                        </a:rPr>
                        <a:t>CLB tạm nhận những học sinh phù hợp nhất đang có, và có thể đổi sang người phù hợp hơn đến sau.</a:t>
                      </a:r>
                    </a:p>
                  </a:txBody>
                  <a:tcPr marL="73152" marR="73152" marT="36576" marB="36576"/>
                </a:tc>
              </a:tr>
              <a:tr h="365760">
                <a:tc>
                  <a:txBody>
                    <a:bodyPr/>
                    <a:lstStyle/>
                    <a:p>
                      <a:r>
                        <a:rPr sz="1500" b="1" lang="vi-VN">
                          <a:solidFill>
                            <a:srgbClr val="1F1F1F"/>
                          </a:solidFill>
                        </a:rPr>
                        <a:t>Tầng 1, Tầng 2</a:t>
                      </a:r>
                    </a:p>
                  </a:txBody>
                  <a:tcPr marL="73152" marR="73152" marT="36576" marB="36576"/>
                </a:tc>
                <a:tc>
                  <a:txBody>
                    <a:bodyPr/>
                    <a:lstStyle/>
                    <a:p>
                      <a:r>
                        <a:rPr sz="1500" b="0" lang="vi-VN">
                          <a:solidFill>
                            <a:srgbClr val="1F1F1F"/>
                          </a:solidFill>
                        </a:rPr>
                        <a:t>Tầng 1: học sinh đã thi CLB đó, xếp theo điểm. Tầng 2: học sinh không thi, xếp theo số bốc thăm, luôn đứng sau Tầng 1.</a:t>
                      </a:r>
                    </a:p>
                  </a:txBody>
                  <a:tcPr marL="73152" marR="73152" marT="36576" marB="36576"/>
                </a:tc>
              </a:tr>
              <a:tr h="365760">
                <a:tc>
                  <a:txBody>
                    <a:bodyPr/>
                    <a:lstStyle/>
                    <a:p>
                      <a:r>
                        <a:rPr sz="1500" b="1" lang="vi-VN">
                          <a:solidFill>
                            <a:srgbClr val="1F1F1F"/>
                          </a:solidFill>
                        </a:rPr>
                        <a:t>Số bốc thăm</a:t>
                      </a:r>
                    </a:p>
                  </a:txBody>
                  <a:tcPr marL="73152" marR="73152" marT="36576" marB="36576"/>
                </a:tc>
                <a:tc>
                  <a:txBody>
                    <a:bodyPr/>
                    <a:lstStyle/>
                    <a:p>
                      <a:r>
                        <a:rPr sz="1500" b="0" lang="vi-VN">
                          <a:solidFill>
                            <a:srgbClr val="1F1F1F"/>
                          </a:solidFill>
                        </a:rPr>
                        <a:t>Số ngẫu nhiên mỗi học sinh nhận, chỉ dùng khi hai học sinh ngang nhau. Bốc xong là khóa lại.</a:t>
                      </a:r>
                    </a:p>
                  </a:txBody>
                  <a:tcPr marL="73152" marR="73152" marT="36576" marB="36576"/>
                </a:tc>
              </a:tr>
            </a:tbl>
          </a:graphicData>
        </a:graphic>
      </p:graphicFrame>
      <p:graphicFrame>
        <p:nvGraphicFramePr>
          <p:cNvPr id="4" name="Table 3"/>
          <p:cNvGraphicFramePr>
            <a:graphicFrameLocks noGrp="1"/>
          </p:cNvGraphicFramePr>
          <p:nvPr/>
        </p:nvGraphicFramePr>
        <p:xfrm>
          <a:off x="6190488" y="1783080"/>
          <a:ext cx="5166360" cy="2926080"/>
        </p:xfrm>
        <a:graphic>
          <a:graphicData uri="http://schemas.openxmlformats.org/drawingml/2006/table">
            <a:tbl>
              <a:tblPr firstRow="0" bandRow="0">
                <a:tableStyleId>{5940675A-B579-460E-94D1-54222C63F5DA}</a:tableStyleId>
              </a:tblPr>
              <a:tblGrid>
                <a:gridCol w="1600200"/>
                <a:gridCol w="3566160"/>
              </a:tblGrid>
              <a:tr h="365760">
                <a:tc>
                  <a:txBody>
                    <a:bodyPr/>
                    <a:lstStyle/>
                    <a:p>
                      <a:r>
                        <a:rPr sz="1500" b="1" lang="vi-VN">
                          <a:solidFill>
                            <a:srgbClr val="1F1F1F"/>
                          </a:solidFill>
                        </a:rPr>
                        <a:t>Thuật ngữ</a:t>
                      </a:r>
                    </a:p>
                  </a:txBody>
                  <a:tcPr marL="73152" marR="73152" marT="36576" marB="36576"/>
                </a:tc>
                <a:tc>
                  <a:txBody>
                    <a:bodyPr/>
                    <a:lstStyle/>
                    <a:p>
                      <a:r>
                        <a:rPr sz="1500" b="1" lang="vi-VN">
                          <a:solidFill>
                            <a:srgbClr val="1F1F1F"/>
                          </a:solidFill>
                        </a:rPr>
                        <a:t>Nghĩa</a:t>
                      </a:r>
                    </a:p>
                  </a:txBody>
                  <a:tcPr marL="73152" marR="73152" marT="36576" marB="36576"/>
                </a:tc>
              </a:tr>
              <a:tr h="365760">
                <a:tc>
                  <a:txBody>
                    <a:bodyPr/>
                    <a:lstStyle/>
                    <a:p>
                      <a:r>
                        <a:rPr sz="1500" b="1" lang="vi-VN">
                          <a:solidFill>
                            <a:srgbClr val="1F1F1F"/>
                          </a:solidFill>
                        </a:rPr>
                        <a:t>Suất dự trữ</a:t>
                      </a:r>
                    </a:p>
                  </a:txBody>
                  <a:tcPr marL="73152" marR="73152" marT="36576" marB="36576"/>
                </a:tc>
                <a:tc>
                  <a:txBody>
                    <a:bodyPr/>
                    <a:lstStyle/>
                    <a:p>
                      <a:r>
                        <a:rPr sz="1500" b="0" lang="vi-VN">
                          <a:solidFill>
                            <a:srgbClr val="1F1F1F"/>
                          </a:solidFill>
                        </a:rPr>
                        <a:t>Chỗ CLB dành trước cho một nhóm ưu tiên. Không dùng hết thì trả lại cho xét chung.</a:t>
                      </a:r>
                    </a:p>
                  </a:txBody>
                  <a:tcPr marL="73152" marR="73152" marT="36576" marB="36576"/>
                </a:tc>
              </a:tr>
              <a:tr h="365760">
                <a:tc>
                  <a:txBody>
                    <a:bodyPr/>
                    <a:lstStyle/>
                    <a:p>
                      <a:r>
                        <a:rPr sz="1500" b="1" lang="vi-VN">
                          <a:solidFill>
                            <a:srgbClr val="1F1F1F"/>
                          </a:solidFill>
                        </a:rPr>
                        <a:t>Cặp phá vỡ</a:t>
                      </a:r>
                    </a:p>
                  </a:txBody>
                  <a:tcPr marL="73152" marR="73152" marT="36576" marB="36576"/>
                </a:tc>
                <a:tc>
                  <a:txBody>
                    <a:bodyPr/>
                    <a:lstStyle/>
                    <a:p>
                      <a:r>
                        <a:rPr sz="1500" b="0" lang="vi-VN">
                          <a:solidFill>
                            <a:srgbClr val="1F1F1F"/>
                          </a:solidFill>
                        </a:rPr>
                        <a:t>Một học sinh và một CLB cùng muốn bỏ kết quả hiện tại để chọn nhau.</a:t>
                      </a:r>
                    </a:p>
                  </a:txBody>
                  <a:tcPr marL="73152" marR="73152" marT="36576" marB="36576"/>
                </a:tc>
              </a:tr>
              <a:tr h="365760">
                <a:tc>
                  <a:txBody>
                    <a:bodyPr/>
                    <a:lstStyle/>
                    <a:p>
                      <a:r>
                        <a:rPr sz="1500" b="1" lang="vi-VN">
                          <a:solidFill>
                            <a:srgbClr val="1F1F1F"/>
                          </a:solidFill>
                        </a:rPr>
                        <a:t>Kết quả ổn định</a:t>
                      </a:r>
                    </a:p>
                  </a:txBody>
                  <a:tcPr marL="73152" marR="73152" marT="36576" marB="36576"/>
                </a:tc>
                <a:tc>
                  <a:txBody>
                    <a:bodyPr/>
                    <a:lstStyle/>
                    <a:p>
                      <a:r>
                        <a:rPr sz="1500" b="0" lang="vi-VN">
                          <a:solidFill>
                            <a:srgbClr val="1F1F1F"/>
                          </a:solidFill>
                        </a:rPr>
                        <a:t>Kết quả không có cặp phá vỡ nào.</a:t>
                      </a:r>
                    </a:p>
                  </a:txBody>
                  <a:tcPr marL="73152" marR="73152" marT="36576" marB="36576"/>
                </a:tc>
              </a:tr>
              <a:tr h="365760">
                <a:tc>
                  <a:txBody>
                    <a:bodyPr/>
                    <a:lstStyle/>
                    <a:p>
                      <a:r>
                        <a:rPr sz="1500" b="1" lang="vi-VN">
                          <a:solidFill>
                            <a:srgbClr val="1F1F1F"/>
                          </a:solidFill>
                        </a:rPr>
                        <a:t>Tỉ lệ chọi</a:t>
                      </a:r>
                    </a:p>
                  </a:txBody>
                  <a:tcPr marL="73152" marR="73152" marT="36576" marB="36576"/>
                </a:tc>
                <a:tc>
                  <a:txBody>
                    <a:bodyPr/>
                    <a:lstStyle/>
                    <a:p>
                      <a:r>
                        <a:rPr sz="1500" b="0" lang="vi-VN">
                          <a:solidFill>
                            <a:srgbClr val="1F1F1F"/>
                          </a:solidFill>
                        </a:rPr>
                        <a:t>Số học sinh đăng ký một CLB chia cho số chỗ của CLB đó.</a:t>
                      </a:r>
                    </a:p>
                  </a:txBody>
                  <a:tcPr marL="73152" marR="73152" marT="36576" marB="36576"/>
                </a:tc>
              </a:tr>
              <a:tr h="365760">
                <a:tc>
                  <a:txBody>
                    <a:bodyPr/>
                    <a:lstStyle/>
                    <a:p>
                      <a:r>
                        <a:rPr sz="1500" b="1" lang="vi-VN">
                          <a:solidFill>
                            <a:srgbClr val="1F1F1F"/>
                          </a:solidFill>
                        </a:rPr>
                        <a:t>Mức lấp đầy</a:t>
                      </a:r>
                    </a:p>
                  </a:txBody>
                  <a:tcPr marL="73152" marR="73152" marT="36576" marB="36576"/>
                </a:tc>
                <a:tc>
                  <a:txBody>
                    <a:bodyPr/>
                    <a:lstStyle/>
                    <a:p>
                      <a:r>
                        <a:rPr sz="1500" b="0" lang="vi-VN">
                          <a:solidFill>
                            <a:srgbClr val="1F1F1F"/>
                          </a:solidFill>
                        </a:rPr>
                        <a:t>Số chỗ đã xếp so với tổng số chỗ của CLB.</a:t>
                      </a:r>
                    </a:p>
                  </a:txBody>
                  <a:tcPr marL="73152" marR="73152" marT="36576" marB="36576"/>
                </a:tc>
              </a:tr>
              <a:tr h="365760">
                <a:tc>
                  <a:txBody>
                    <a:bodyPr/>
                    <a:lstStyle/>
                    <a:p>
                      <a:r>
                        <a:rPr sz="1500" b="1" lang="vi-VN">
                          <a:solidFill>
                            <a:srgbClr val="1F1F1F"/>
                          </a:solidFill>
                        </a:rPr>
                        <a:t>Dữ liệu mô phỏng</a:t>
                      </a:r>
                    </a:p>
                  </a:txBody>
                  <a:tcPr marL="73152" marR="73152" marT="36576" marB="36576"/>
                </a:tc>
                <a:tc>
                  <a:txBody>
                    <a:bodyPr/>
                    <a:lstStyle/>
                    <a:p>
                      <a:r>
                        <a:rPr sz="1500" b="0" lang="vi-VN">
                          <a:solidFill>
                            <a:srgbClr val="1F1F1F"/>
                          </a:solidFill>
                        </a:rPr>
                        <a:t>Dữ liệu do máy tạo ra để thử phần mềm, không phải học sinh thật.</a:t>
                      </a:r>
                    </a:p>
                  </a:txBody>
                  <a:tcPr marL="73152" marR="73152" marT="36576" marB="36576"/>
                </a:tc>
              </a:tr>
              <a:tr h="365760">
                <a:tc>
                  <a:txBody>
                    <a:bodyPr/>
                    <a:lstStyle/>
                    <a:p>
                      <a:r>
                        <a:rPr sz="1500" b="1" lang="vi-VN">
                          <a:solidFill>
                            <a:srgbClr val="1F1F1F"/>
                          </a:solidFill>
                        </a:rPr>
                        <a:t>Bài kiểm thử tự động</a:t>
                      </a:r>
                    </a:p>
                  </a:txBody>
                  <a:tcPr marL="73152" marR="73152" marT="36576" marB="36576"/>
                </a:tc>
                <a:tc>
                  <a:txBody>
                    <a:bodyPr/>
                    <a:lstStyle/>
                    <a:p>
                      <a:r>
                        <a:rPr sz="1500" b="0" lang="vi-VN">
                          <a:solidFill>
                            <a:srgbClr val="1F1F1F"/>
                          </a:solidFill>
                        </a:rPr>
                        <a:t>Chương trình nhỏ tự kiểm tra xem phần mềm có cho ra đúng kết quả mong đợi không.</a:t>
                      </a:r>
                    </a:p>
                  </a:txBody>
                  <a:tcPr marL="73152" marR="73152" marT="36576" marB="36576"/>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8F3ED"/>
        </a:solid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8B6084C-DCB0-85CC-A2F7-6DDA35CFB8C7}"/>
              </a:ext>
            </a:extLst>
          </p:cNvPr>
          <p:cNvSpPr>
            <a:spLocks noGrp="1"/>
          </p:cNvSpPr>
          <p:nvPr>
            <p:ph type="title"/>
          </p:nvPr>
        </p:nvSpPr>
        <p:spPr/>
        <p:txBody>
          <a:bodyPr/>
          <a:lstStyle/>
          <a:p>
            <a:r>
              <a:rPr lang="vi-VN"/>
              <a:t>1. Bài toán sắp xếp CLB</a:t>
            </a:r>
          </a:p>
        </p:txBody>
      </p:sp>
      <p:sp>
        <p:nvSpPr>
          <p:cNvPr id="5" name="Rounded Rectangle 4"/>
          <p:cNvSpPr/>
          <p:nvPr/>
        </p:nvSpPr>
        <p:spPr>
          <a:xfrm>
            <a:off x="841248" y="1828800"/>
            <a:ext cx="5120640" cy="2103120"/>
          </a:xfrm>
          <a:prstGeom prst="roundRect">
            <a:avLst>
              <a:gd name="adj" fmla="val 6000"/>
            </a:avLst>
          </a:prstGeom>
          <a:solidFill>
            <a:srgbClr val="EFE8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Oval 5"/>
          <p:cNvSpPr/>
          <p:nvPr/>
        </p:nvSpPr>
        <p:spPr>
          <a:xfrm>
            <a:off x="1161288" y="2148840"/>
            <a:ext cx="777240" cy="777240"/>
          </a:xfrm>
          <a:prstGeom prst="ellipse">
            <a:avLst/>
          </a:prstGeom>
          <a:solidFill>
            <a:srgbClr val="F3DC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clock_rust.png"/>
          <p:cNvPicPr>
            <a:picLocks noChangeAspect="1"/>
          </p:cNvPicPr>
          <p:nvPr/>
        </p:nvPicPr>
        <p:blipFill>
          <a:blip r:embed="rId2"/>
          <a:stretch>
            <a:fillRect/>
          </a:stretch>
        </p:blipFill>
        <p:spPr>
          <a:xfrm>
            <a:off x="1363370" y="2350922"/>
            <a:ext cx="373075" cy="373075"/>
          </a:xfrm>
          <a:prstGeom prst="rect">
            <a:avLst/>
          </a:prstGeom>
        </p:spPr>
      </p:pic>
      <p:sp>
        <p:nvSpPr>
          <p:cNvPr id="8" name="TextBox 7"/>
          <p:cNvSpPr txBox="1"/>
          <p:nvPr/>
        </p:nvSpPr>
        <p:spPr>
          <a:xfrm>
            <a:off x="2167128" y="2176272"/>
            <a:ext cx="3474720" cy="1554479"/>
          </a:xfrm>
          <a:prstGeom prst="rect">
            <a:avLst/>
          </a:prstGeom>
          <a:noFill/>
        </p:spPr>
        <p:txBody>
          <a:bodyPr wrap="square" lIns="0" tIns="0" rIns="0" bIns="0" anchor="t">
            <a:spAutoFit/>
          </a:bodyPr>
          <a:lstStyle/>
          <a:p>
            <a:pPr algn="l"/>
            <a:r>
              <a:rPr lang="vi-VN" sz="1900" b="1">
                <a:solidFill>
                  <a:srgbClr val="1F1F1F"/>
                </a:solidFill>
                <a:latin typeface="Arial"/>
              </a:rPr>
              <a:t>Xét theo thứ tự đăng kí</a:t>
            </a:r>
          </a:p>
          <a:p>
            <a:pPr>
              <a:spcBef>
                <a:spcPts val="800"/>
              </a:spcBef>
            </a:pPr>
            <a:r>
              <a:rPr lang="vi-VN" sz="1500">
                <a:solidFill>
                  <a:srgbClr val="555B58"/>
                </a:solidFill>
                <a:latin typeface="Arial"/>
              </a:rPr>
              <a:t>Xét theo thứ tự đăng ký chỉ đánh giá tốc độ chứ không xét trình độ hay nguyện vọng</a:t>
            </a:r>
          </a:p>
        </p:txBody>
      </p:sp>
      <p:sp>
        <p:nvSpPr>
          <p:cNvPr id="9" name="Rounded Rectangle 8"/>
          <p:cNvSpPr/>
          <p:nvPr/>
        </p:nvSpPr>
        <p:spPr>
          <a:xfrm>
            <a:off x="6236207" y="1828800"/>
            <a:ext cx="5120640" cy="2103120"/>
          </a:xfrm>
          <a:prstGeom prst="roundRect">
            <a:avLst>
              <a:gd name="adj" fmla="val 6000"/>
            </a:avLst>
          </a:prstGeom>
          <a:solidFill>
            <a:srgbClr val="EFE8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Oval 9"/>
          <p:cNvSpPr/>
          <p:nvPr/>
        </p:nvSpPr>
        <p:spPr>
          <a:xfrm>
            <a:off x="6556247" y="2148840"/>
            <a:ext cx="777240" cy="777240"/>
          </a:xfrm>
          <a:prstGeom prst="ellipse">
            <a:avLst/>
          </a:prstGeom>
          <a:solidFill>
            <a:srgbClr val="DCE9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1" name="Picture 10" descr="clip_moss.png"/>
          <p:cNvPicPr>
            <a:picLocks noChangeAspect="1"/>
          </p:cNvPicPr>
          <p:nvPr/>
        </p:nvPicPr>
        <p:blipFill>
          <a:blip r:embed="rId3"/>
          <a:stretch>
            <a:fillRect/>
          </a:stretch>
        </p:blipFill>
        <p:spPr>
          <a:xfrm>
            <a:off x="6758330" y="2350922"/>
            <a:ext cx="373075" cy="373075"/>
          </a:xfrm>
          <a:prstGeom prst="rect">
            <a:avLst/>
          </a:prstGeom>
        </p:spPr>
      </p:pic>
      <p:sp>
        <p:nvSpPr>
          <p:cNvPr id="12" name="TextBox 11"/>
          <p:cNvSpPr txBox="1"/>
          <p:nvPr/>
        </p:nvSpPr>
        <p:spPr>
          <a:xfrm>
            <a:off x="7562088" y="2176272"/>
            <a:ext cx="3474720" cy="1554479"/>
          </a:xfrm>
          <a:prstGeom prst="rect">
            <a:avLst/>
          </a:prstGeom>
          <a:noFill/>
        </p:spPr>
        <p:txBody>
          <a:bodyPr wrap="square" lIns="0" tIns="0" rIns="0" bIns="0" anchor="t">
            <a:spAutoFit/>
          </a:bodyPr>
          <a:lstStyle/>
          <a:p>
            <a:pPr algn="l"/>
            <a:r>
              <a:rPr lang="vi-VN" sz="1900" b="1">
                <a:solidFill>
                  <a:srgbClr val="1F1F1F"/>
                </a:solidFill>
                <a:latin typeface="Arial"/>
              </a:rPr>
              <a:t>Đảm bảo chất lượng đầu vào</a:t>
            </a:r>
          </a:p>
          <a:p>
            <a:pPr>
              <a:spcBef>
                <a:spcPts val="800"/>
              </a:spcBef>
            </a:pPr>
            <a:r>
              <a:rPr lang="vi-VN" sz="1500">
                <a:solidFill>
                  <a:srgbClr val="555B58"/>
                </a:solidFill>
                <a:latin typeface="Arial"/>
              </a:rPr>
              <a:t>Những CLB không thể đánh giá chất lượng đầu vào</a:t>
            </a:r>
          </a:p>
        </p:txBody>
      </p:sp>
      <p:sp>
        <p:nvSpPr>
          <p:cNvPr id="13" name="Rounded Rectangle 12"/>
          <p:cNvSpPr/>
          <p:nvPr/>
        </p:nvSpPr>
        <p:spPr>
          <a:xfrm>
            <a:off x="841248" y="4206240"/>
            <a:ext cx="5120640" cy="2103120"/>
          </a:xfrm>
          <a:prstGeom prst="roundRect">
            <a:avLst>
              <a:gd name="adj" fmla="val 6000"/>
            </a:avLst>
          </a:prstGeom>
          <a:solidFill>
            <a:srgbClr val="EFE8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Oval 13"/>
          <p:cNvSpPr/>
          <p:nvPr/>
        </p:nvSpPr>
        <p:spPr>
          <a:xfrm>
            <a:off x="1161288" y="4526279"/>
            <a:ext cx="777240" cy="777240"/>
          </a:xfrm>
          <a:prstGeom prst="ellipse">
            <a:avLst/>
          </a:prstGeom>
          <a:solidFill>
            <a:srgbClr val="DCE9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5" name="Picture 14" descr="hands_moss.png"/>
          <p:cNvPicPr>
            <a:picLocks noChangeAspect="1"/>
          </p:cNvPicPr>
          <p:nvPr/>
        </p:nvPicPr>
        <p:blipFill>
          <a:blip r:embed="rId4"/>
          <a:stretch>
            <a:fillRect/>
          </a:stretch>
        </p:blipFill>
        <p:spPr>
          <a:xfrm>
            <a:off x="1363370" y="4728362"/>
            <a:ext cx="373075" cy="373075"/>
          </a:xfrm>
          <a:prstGeom prst="rect">
            <a:avLst/>
          </a:prstGeom>
        </p:spPr>
      </p:pic>
      <p:sp>
        <p:nvSpPr>
          <p:cNvPr id="16" name="TextBox 15"/>
          <p:cNvSpPr txBox="1"/>
          <p:nvPr/>
        </p:nvSpPr>
        <p:spPr>
          <a:xfrm>
            <a:off x="2167128" y="4553712"/>
            <a:ext cx="3474720" cy="1554479"/>
          </a:xfrm>
          <a:prstGeom prst="rect">
            <a:avLst/>
          </a:prstGeom>
          <a:noFill/>
        </p:spPr>
        <p:txBody>
          <a:bodyPr wrap="square" lIns="0" tIns="0" rIns="0" bIns="0" anchor="t">
            <a:spAutoFit/>
          </a:bodyPr>
          <a:lstStyle/>
          <a:p>
            <a:pPr algn="l"/>
            <a:r>
              <a:rPr lang="vi-VN" sz="1900" b="1">
                <a:solidFill>
                  <a:srgbClr val="1F1F1F"/>
                </a:solidFill>
                <a:latin typeface="Arial"/>
              </a:rPr>
              <a:t>Cần phải hỗ trợ các HS có hoàn cảnh</a:t>
            </a:r>
          </a:p>
          <a:p>
            <a:pPr>
              <a:spcBef>
                <a:spcPts val="800"/>
              </a:spcBef>
            </a:pPr>
            <a:r>
              <a:rPr lang="vi-VN" sz="1500">
                <a:solidFill>
                  <a:srgbClr val="555B58"/>
                </a:solidFill>
                <a:latin typeface="Arial"/>
              </a:rPr>
              <a:t>Lời giải cần tạo cách để ưu tiên các HS khó khăn vào CLB nếu cần thiết</a:t>
            </a:r>
          </a:p>
        </p:txBody>
      </p:sp>
      <p:sp>
        <p:nvSpPr>
          <p:cNvPr id="17" name="Rounded Rectangle 16"/>
          <p:cNvSpPr/>
          <p:nvPr/>
        </p:nvSpPr>
        <p:spPr>
          <a:xfrm>
            <a:off x="6236207" y="4206240"/>
            <a:ext cx="5120640" cy="2103120"/>
          </a:xfrm>
          <a:prstGeom prst="roundRect">
            <a:avLst>
              <a:gd name="adj" fmla="val 6000"/>
            </a:avLst>
          </a:prstGeom>
          <a:solidFill>
            <a:srgbClr val="EFE8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Oval 17"/>
          <p:cNvSpPr/>
          <p:nvPr/>
        </p:nvSpPr>
        <p:spPr>
          <a:xfrm>
            <a:off x="6556247" y="4526279"/>
            <a:ext cx="777240" cy="777240"/>
          </a:xfrm>
          <a:prstGeom prst="ellipse">
            <a:avLst/>
          </a:prstGeom>
          <a:solidFill>
            <a:srgbClr val="DCE9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9" name="Picture 18" descr="users_moss.png"/>
          <p:cNvPicPr>
            <a:picLocks noChangeAspect="1"/>
          </p:cNvPicPr>
          <p:nvPr/>
        </p:nvPicPr>
        <p:blipFill>
          <a:blip r:embed="rId5"/>
          <a:stretch>
            <a:fillRect/>
          </a:stretch>
        </p:blipFill>
        <p:spPr>
          <a:xfrm>
            <a:off x="6758330" y="4728362"/>
            <a:ext cx="373075" cy="373075"/>
          </a:xfrm>
          <a:prstGeom prst="rect">
            <a:avLst/>
          </a:prstGeom>
        </p:spPr>
      </p:pic>
      <p:sp>
        <p:nvSpPr>
          <p:cNvPr id="20" name="TextBox 19"/>
          <p:cNvSpPr txBox="1"/>
          <p:nvPr/>
        </p:nvSpPr>
        <p:spPr>
          <a:xfrm>
            <a:off x="7562088" y="4553712"/>
            <a:ext cx="3474720" cy="1554479"/>
          </a:xfrm>
          <a:prstGeom prst="rect">
            <a:avLst/>
          </a:prstGeom>
          <a:noFill/>
        </p:spPr>
        <p:txBody>
          <a:bodyPr wrap="square" lIns="0" tIns="0" rIns="0" bIns="0" anchor="t">
            <a:spAutoFit/>
          </a:bodyPr>
          <a:lstStyle/>
          <a:p>
            <a:pPr algn="l"/>
            <a:r>
              <a:rPr lang="vi-VN" sz="1900" b="1">
                <a:solidFill>
                  <a:srgbClr val="1F1F1F"/>
                </a:solidFill>
                <a:latin typeface="Arial"/>
              </a:rPr>
              <a:t>Số chỗ có thể ít hơn số lượng HS</a:t>
            </a:r>
          </a:p>
          <a:p>
            <a:pPr>
              <a:spcBef>
                <a:spcPts val="800"/>
              </a:spcBef>
            </a:pPr>
            <a:r>
              <a:rPr lang="vi-VN" sz="1500">
                <a:solidFill>
                  <a:srgbClr val="555B58"/>
                </a:solidFill>
                <a:latin typeface="Arial"/>
              </a:rPr>
              <a:t>Có thể có ít chỗ hơn số lượng học sinh</a:t>
            </a:r>
          </a:p>
        </p:txBody>
      </p:sp>
    </p:spTree>
    <p:extLst>
      <p:ext uri="{BB962C8B-B14F-4D97-AF65-F5344CB8AC3E}">
        <p14:creationId xmlns:p14="http://schemas.microsoft.com/office/powerpoint/2010/main" val="293268141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8F3ED"/>
        </a:solid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5403F206-DF21-F43A-978F-233DD242D828}"/>
              </a:ext>
            </a:extLst>
          </p:cNvPr>
          <p:cNvSpPr>
            <a:spLocks noGrp="1"/>
          </p:cNvSpPr>
          <p:nvPr>
            <p:ph type="title"/>
          </p:nvPr>
        </p:nvSpPr>
        <p:spPr/>
        <p:txBody>
          <a:bodyPr/>
          <a:lstStyle/>
          <a:p>
            <a:r>
              <a:rPr lang="vi-VN"/>
              <a:t>2. Giải pháp với 3 bước đơn giản</a:t>
            </a:r>
            <a:endParaRPr lang="vi-VN" dirty="0"/>
          </a:p>
        </p:txBody>
      </p:sp>
      <p:sp>
        <p:nvSpPr>
          <p:cNvPr id="8" name="Rounded Rectangle 7"/>
          <p:cNvSpPr/>
          <p:nvPr/>
        </p:nvSpPr>
        <p:spPr>
          <a:xfrm>
            <a:off x="841248" y="1874519"/>
            <a:ext cx="3108960" cy="4023360"/>
          </a:xfrm>
          <a:prstGeom prst="roundRect">
            <a:avLst>
              <a:gd name="adj" fmla="val 6000"/>
            </a:avLst>
          </a:prstGeom>
          <a:solidFill>
            <a:srgbClr val="EFE8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Oval 8"/>
          <p:cNvSpPr/>
          <p:nvPr/>
        </p:nvSpPr>
        <p:spPr>
          <a:xfrm>
            <a:off x="1161288" y="2240279"/>
            <a:ext cx="914400" cy="914400"/>
          </a:xfrm>
          <a:prstGeom prst="ellipse">
            <a:avLst/>
          </a:prstGeom>
          <a:solidFill>
            <a:srgbClr val="DCE9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0" name="Picture 9" descr="excel_moss.png"/>
          <p:cNvPicPr>
            <a:picLocks noChangeAspect="1"/>
          </p:cNvPicPr>
          <p:nvPr/>
        </p:nvPicPr>
        <p:blipFill>
          <a:blip r:embed="rId2"/>
          <a:stretch>
            <a:fillRect/>
          </a:stretch>
        </p:blipFill>
        <p:spPr>
          <a:xfrm>
            <a:off x="1399032" y="2478024"/>
            <a:ext cx="438912" cy="438912"/>
          </a:xfrm>
          <a:prstGeom prst="rect">
            <a:avLst/>
          </a:prstGeom>
        </p:spPr>
      </p:pic>
      <p:sp>
        <p:nvSpPr>
          <p:cNvPr id="11" name="TextBox 10"/>
          <p:cNvSpPr txBox="1"/>
          <p:nvPr/>
        </p:nvSpPr>
        <p:spPr>
          <a:xfrm>
            <a:off x="1161288" y="3383279"/>
            <a:ext cx="2468880" cy="365760"/>
          </a:xfrm>
          <a:prstGeom prst="rect">
            <a:avLst/>
          </a:prstGeom>
          <a:noFill/>
        </p:spPr>
        <p:txBody>
          <a:bodyPr wrap="square" lIns="0" tIns="0" rIns="0" bIns="0" anchor="t">
            <a:spAutoFit/>
          </a:bodyPr>
          <a:lstStyle/>
          <a:p>
            <a:pPr algn="l"/>
            <a:r>
              <a:rPr lang="vi-VN" sz="1300" b="1" spc="150">
                <a:solidFill>
                  <a:srgbClr val="3F6B52"/>
                </a:solidFill>
                <a:latin typeface="Arial"/>
              </a:rPr>
              <a:t>ĐẦU VÀO</a:t>
            </a:r>
          </a:p>
        </p:txBody>
      </p:sp>
      <p:sp>
        <p:nvSpPr>
          <p:cNvPr id="12" name="TextBox 11"/>
          <p:cNvSpPr txBox="1"/>
          <p:nvPr/>
        </p:nvSpPr>
        <p:spPr>
          <a:xfrm>
            <a:off x="1161288" y="3794760"/>
            <a:ext cx="2468880" cy="2011680"/>
          </a:xfrm>
          <a:prstGeom prst="rect">
            <a:avLst/>
          </a:prstGeom>
          <a:noFill/>
        </p:spPr>
        <p:txBody>
          <a:bodyPr wrap="square" lIns="0" tIns="0" rIns="0" bIns="0" anchor="t">
            <a:spAutoFit/>
          </a:bodyPr>
          <a:lstStyle/>
          <a:p>
            <a:pPr algn="l"/>
            <a:r>
              <a:rPr lang="vi-VN" sz="1600" b="0">
                <a:solidFill>
                  <a:srgbClr val="1F1F1F"/>
                </a:solidFill>
                <a:latin typeface="Arial"/>
              </a:rPr>
              <a:t>Nạp ba tệp excel chứa danh sách CLB, các CLB học sinh muốn thi và điểm tương ứng, thứ tự sắp xếp của học sinh</a:t>
            </a:r>
          </a:p>
        </p:txBody>
      </p:sp>
      <p:sp>
        <p:nvSpPr>
          <p:cNvPr id="13" name="Right Arrow 12"/>
          <p:cNvSpPr/>
          <p:nvPr/>
        </p:nvSpPr>
        <p:spPr>
          <a:xfrm>
            <a:off x="4059936" y="3703320"/>
            <a:ext cx="374904" cy="365760"/>
          </a:xfrm>
          <a:prstGeom prst="rightArrow">
            <a:avLst/>
          </a:prstGeom>
          <a:solidFill>
            <a:srgbClr val="D9D0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4544568" y="1874519"/>
            <a:ext cx="3108960" cy="4023360"/>
          </a:xfrm>
          <a:prstGeom prst="roundRect">
            <a:avLst>
              <a:gd name="adj" fmla="val 6000"/>
            </a:avLst>
          </a:prstGeom>
          <a:solidFill>
            <a:srgbClr val="3F6B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Oval 14"/>
          <p:cNvSpPr/>
          <p:nvPr/>
        </p:nvSpPr>
        <p:spPr>
          <a:xfrm>
            <a:off x="4864607" y="2240279"/>
            <a:ext cx="914400" cy="914400"/>
          </a:xfrm>
          <a:prstGeom prst="ellipse">
            <a:avLst/>
          </a:prstGeom>
          <a:solidFill>
            <a:srgbClr val="2F52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6" name="Picture 15" descr="cogs_white.png"/>
          <p:cNvPicPr>
            <a:picLocks noChangeAspect="1"/>
          </p:cNvPicPr>
          <p:nvPr/>
        </p:nvPicPr>
        <p:blipFill>
          <a:blip r:embed="rId3"/>
          <a:stretch>
            <a:fillRect/>
          </a:stretch>
        </p:blipFill>
        <p:spPr>
          <a:xfrm>
            <a:off x="5102351" y="2478024"/>
            <a:ext cx="438912" cy="438912"/>
          </a:xfrm>
          <a:prstGeom prst="rect">
            <a:avLst/>
          </a:prstGeom>
        </p:spPr>
      </p:pic>
      <p:sp>
        <p:nvSpPr>
          <p:cNvPr id="17" name="TextBox 16"/>
          <p:cNvSpPr txBox="1"/>
          <p:nvPr/>
        </p:nvSpPr>
        <p:spPr>
          <a:xfrm>
            <a:off x="4864607" y="3383279"/>
            <a:ext cx="2468880" cy="365760"/>
          </a:xfrm>
          <a:prstGeom prst="rect">
            <a:avLst/>
          </a:prstGeom>
          <a:noFill/>
        </p:spPr>
        <p:txBody>
          <a:bodyPr wrap="square" lIns="0" tIns="0" rIns="0" bIns="0" anchor="t">
            <a:spAutoFit/>
          </a:bodyPr>
          <a:lstStyle/>
          <a:p>
            <a:pPr algn="l"/>
            <a:r>
              <a:rPr lang="vi-VN" sz="1300" b="1" spc="150">
                <a:solidFill>
                  <a:srgbClr val="DCE9E0"/>
                </a:solidFill>
                <a:latin typeface="Arial"/>
              </a:rPr>
              <a:t>PHẦN MỀM SẼ</a:t>
            </a:r>
          </a:p>
        </p:txBody>
      </p:sp>
      <p:sp>
        <p:nvSpPr>
          <p:cNvPr id="18" name="TextBox 17"/>
          <p:cNvSpPr txBox="1"/>
          <p:nvPr/>
        </p:nvSpPr>
        <p:spPr>
          <a:xfrm>
            <a:off x="4864607" y="3794760"/>
            <a:ext cx="2468880" cy="2011680"/>
          </a:xfrm>
          <a:prstGeom prst="rect">
            <a:avLst/>
          </a:prstGeom>
          <a:noFill/>
        </p:spPr>
        <p:txBody>
          <a:bodyPr wrap="square" lIns="0" tIns="0" rIns="0" bIns="0" anchor="t">
            <a:spAutoFit/>
          </a:bodyPr>
          <a:lstStyle/>
          <a:p>
            <a:pPr algn="l"/>
            <a:r>
              <a:rPr lang="vi-VN" sz="1600" b="1">
                <a:solidFill>
                  <a:srgbClr val="FFFFFF"/>
                </a:solidFill>
                <a:latin typeface="Arial"/>
              </a:rPr>
              <a:t>Xử lí các dữ liệu đó</a:t>
            </a:r>
          </a:p>
        </p:txBody>
      </p:sp>
      <p:sp>
        <p:nvSpPr>
          <p:cNvPr id="19" name="Right Arrow 18"/>
          <p:cNvSpPr/>
          <p:nvPr/>
        </p:nvSpPr>
        <p:spPr>
          <a:xfrm>
            <a:off x="7763255" y="3703320"/>
            <a:ext cx="374904" cy="365760"/>
          </a:xfrm>
          <a:prstGeom prst="rightArrow">
            <a:avLst/>
          </a:prstGeom>
          <a:solidFill>
            <a:srgbClr val="D9D0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ounded Rectangle 19"/>
          <p:cNvSpPr/>
          <p:nvPr/>
        </p:nvSpPr>
        <p:spPr>
          <a:xfrm>
            <a:off x="8247888" y="1874519"/>
            <a:ext cx="3108960" cy="4023360"/>
          </a:xfrm>
          <a:prstGeom prst="roundRect">
            <a:avLst>
              <a:gd name="adj" fmla="val 6000"/>
            </a:avLst>
          </a:prstGeom>
          <a:solidFill>
            <a:srgbClr val="EFE8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Oval 20"/>
          <p:cNvSpPr/>
          <p:nvPr/>
        </p:nvSpPr>
        <p:spPr>
          <a:xfrm>
            <a:off x="8567928" y="2240279"/>
            <a:ext cx="914400" cy="914400"/>
          </a:xfrm>
          <a:prstGeom prst="ellipse">
            <a:avLst/>
          </a:prstGeom>
          <a:solidFill>
            <a:srgbClr val="DCE9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2" name="Picture 21" descr="list_moss.png"/>
          <p:cNvPicPr>
            <a:picLocks noChangeAspect="1"/>
          </p:cNvPicPr>
          <p:nvPr/>
        </p:nvPicPr>
        <p:blipFill>
          <a:blip r:embed="rId4"/>
          <a:stretch>
            <a:fillRect/>
          </a:stretch>
        </p:blipFill>
        <p:spPr>
          <a:xfrm>
            <a:off x="8805672" y="2478024"/>
            <a:ext cx="438912" cy="438912"/>
          </a:xfrm>
          <a:prstGeom prst="rect">
            <a:avLst/>
          </a:prstGeom>
        </p:spPr>
      </p:pic>
      <p:sp>
        <p:nvSpPr>
          <p:cNvPr id="23" name="TextBox 22"/>
          <p:cNvSpPr txBox="1"/>
          <p:nvPr/>
        </p:nvSpPr>
        <p:spPr>
          <a:xfrm>
            <a:off x="8567928" y="3383279"/>
            <a:ext cx="2468880" cy="365760"/>
          </a:xfrm>
          <a:prstGeom prst="rect">
            <a:avLst/>
          </a:prstGeom>
          <a:noFill/>
        </p:spPr>
        <p:txBody>
          <a:bodyPr wrap="square" lIns="0" tIns="0" rIns="0" bIns="0" anchor="t">
            <a:spAutoFit/>
          </a:bodyPr>
          <a:lstStyle/>
          <a:p>
            <a:pPr algn="l"/>
            <a:r>
              <a:rPr lang="vi-VN" sz="1300" b="1" spc="150">
                <a:solidFill>
                  <a:srgbClr val="3F6B52"/>
                </a:solidFill>
                <a:latin typeface="Arial"/>
              </a:rPr>
              <a:t>ĐẦU RA</a:t>
            </a:r>
          </a:p>
        </p:txBody>
      </p:sp>
      <p:sp>
        <p:nvSpPr>
          <p:cNvPr id="24" name="TextBox 23"/>
          <p:cNvSpPr txBox="1"/>
          <p:nvPr/>
        </p:nvSpPr>
        <p:spPr>
          <a:xfrm>
            <a:off x="8567928" y="3794760"/>
            <a:ext cx="2468880" cy="2011680"/>
          </a:xfrm>
          <a:prstGeom prst="rect">
            <a:avLst/>
          </a:prstGeom>
          <a:noFill/>
        </p:spPr>
        <p:txBody>
          <a:bodyPr wrap="square" lIns="0" tIns="0" rIns="0" bIns="0" anchor="t">
            <a:spAutoFit/>
          </a:bodyPr>
          <a:lstStyle/>
          <a:p>
            <a:pPr algn="l"/>
            <a:r>
              <a:rPr lang="vi-VN" sz="1600" b="0">
                <a:solidFill>
                  <a:srgbClr val="1F1F1F"/>
                </a:solidFill>
                <a:latin typeface="Arial"/>
              </a:rPr>
              <a:t>Hiển thị thông số như danh sách HS đạt các CLB, danh sách HS chưa có chỗ, thời khóa biểu CLB của học sinh,…</a:t>
            </a:r>
          </a:p>
        </p:txBody>
      </p:sp>
    </p:spTree>
    <p:extLst>
      <p:ext uri="{BB962C8B-B14F-4D97-AF65-F5344CB8AC3E}">
        <p14:creationId xmlns:p14="http://schemas.microsoft.com/office/powerpoint/2010/main" val="6152996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8F3ED"/>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83993-FB92-50AB-8C83-A7268C03DCA2}"/>
              </a:ext>
            </a:extLst>
          </p:cNvPr>
          <p:cNvSpPr>
            <a:spLocks noGrp="1"/>
          </p:cNvSpPr>
          <p:nvPr>
            <p:ph type="title"/>
          </p:nvPr>
        </p:nvSpPr>
        <p:spPr/>
        <p:txBody>
          <a:bodyPr/>
          <a:lstStyle/>
          <a:p>
            <a:r>
              <a:rPr lang="vi-VN"/>
              <a:t>Năm bước thao tác</a:t>
            </a:r>
            <a:endParaRPr lang="vi-VN" dirty="0"/>
          </a:p>
        </p:txBody>
      </p:sp>
      <p:cxnSp>
        <p:nvCxnSpPr>
          <p:cNvPr id="3" name="Connector 2"/>
          <p:cNvCxnSpPr/>
          <p:nvPr/>
        </p:nvCxnSpPr>
        <p:spPr>
          <a:xfrm>
            <a:off x="2155698" y="2560320"/>
            <a:ext cx="7886700" cy="0"/>
          </a:xfrm>
          <a:prstGeom prst="line">
            <a:avLst/>
          </a:prstGeom>
          <a:ln w="38100">
            <a:solidFill>
              <a:srgbClr val="D5D8D2"/>
            </a:solidFill>
          </a:ln>
        </p:spPr>
        <p:style>
          <a:lnRef idx="2">
            <a:schemeClr val="accent1"/>
          </a:lnRef>
          <a:fillRef idx="0">
            <a:schemeClr val="accent1"/>
          </a:fillRef>
          <a:effectRef idx="1">
            <a:schemeClr val="accent1"/>
          </a:effectRef>
          <a:fontRef idx="minor">
            <a:schemeClr val="tx1"/>
          </a:fontRef>
        </p:style>
      </p:cxnSp>
      <p:sp>
        <p:nvSpPr>
          <p:cNvPr id="4" name="Oval 3"/>
          <p:cNvSpPr/>
          <p:nvPr/>
        </p:nvSpPr>
        <p:spPr>
          <a:xfrm>
            <a:off x="1744218" y="2148840"/>
            <a:ext cx="822960" cy="822960"/>
          </a:xfrm>
          <a:prstGeom prst="ellipse">
            <a:avLst/>
          </a:prstGeom>
          <a:solidFill>
            <a:srgbClr val="1F1F1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100" b="1">
                <a:solidFill>
                  <a:srgbClr val="FFFFFF"/>
                </a:solidFill>
                <a:latin typeface="Arial"/>
              </a:rPr>
              <a:t>1</a:t>
            </a:r>
          </a:p>
        </p:txBody>
      </p:sp>
      <p:sp>
        <p:nvSpPr>
          <p:cNvPr id="5" name="Rounded Rectangle 4"/>
          <p:cNvSpPr/>
          <p:nvPr/>
        </p:nvSpPr>
        <p:spPr>
          <a:xfrm>
            <a:off x="950976" y="3429000"/>
            <a:ext cx="2409444" cy="2377440"/>
          </a:xfrm>
          <a:prstGeom prst="roundRect">
            <a:avLst>
              <a:gd name="adj" fmla="val 6000"/>
            </a:avLst>
          </a:prstGeom>
          <a:solidFill>
            <a:srgbClr val="EFE8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Oval 5"/>
          <p:cNvSpPr/>
          <p:nvPr/>
        </p:nvSpPr>
        <p:spPr>
          <a:xfrm>
            <a:off x="1744218" y="3703320"/>
            <a:ext cx="822960" cy="822960"/>
          </a:xfrm>
          <a:prstGeom prst="ellipse">
            <a:avLst/>
          </a:prstGeom>
          <a:solidFill>
            <a:srgbClr val="DCE9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excel_moss.png"/>
          <p:cNvPicPr>
            <a:picLocks noChangeAspect="1"/>
          </p:cNvPicPr>
          <p:nvPr/>
        </p:nvPicPr>
        <p:blipFill>
          <a:blip r:embed="rId2"/>
          <a:stretch>
            <a:fillRect/>
          </a:stretch>
        </p:blipFill>
        <p:spPr>
          <a:xfrm>
            <a:off x="1958187" y="3917289"/>
            <a:ext cx="395020" cy="395020"/>
          </a:xfrm>
          <a:prstGeom prst="rect">
            <a:avLst/>
          </a:prstGeom>
        </p:spPr>
      </p:pic>
      <p:sp>
        <p:nvSpPr>
          <p:cNvPr id="8" name="TextBox 7"/>
          <p:cNvSpPr txBox="1"/>
          <p:nvPr/>
        </p:nvSpPr>
        <p:spPr>
          <a:xfrm>
            <a:off x="1133856" y="4709160"/>
            <a:ext cx="2043684" cy="914400"/>
          </a:xfrm>
          <a:prstGeom prst="rect">
            <a:avLst/>
          </a:prstGeom>
          <a:noFill/>
        </p:spPr>
        <p:txBody>
          <a:bodyPr wrap="square" lIns="0" tIns="0" rIns="0" bIns="0" anchor="t">
            <a:spAutoFit/>
          </a:bodyPr>
          <a:lstStyle/>
          <a:p>
            <a:pPr algn="ctr"/>
            <a:r>
              <a:rPr lang="vi-VN" sz="1800" b="1">
                <a:solidFill>
                  <a:srgbClr val="1F1F1F"/>
                </a:solidFill>
                <a:latin typeface="Arial"/>
              </a:rPr>
              <a:t>Nạp ba tệp excel</a:t>
            </a:r>
          </a:p>
        </p:txBody>
      </p:sp>
      <p:sp>
        <p:nvSpPr>
          <p:cNvPr id="9" name="Oval 8"/>
          <p:cNvSpPr/>
          <p:nvPr/>
        </p:nvSpPr>
        <p:spPr>
          <a:xfrm>
            <a:off x="4373118" y="2148840"/>
            <a:ext cx="822960" cy="822960"/>
          </a:xfrm>
          <a:prstGeom prst="ellipse">
            <a:avLst/>
          </a:prstGeom>
          <a:solidFill>
            <a:srgbClr val="1F1F1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100" b="1">
                <a:solidFill>
                  <a:srgbClr val="FFFFFF"/>
                </a:solidFill>
                <a:latin typeface="Arial"/>
              </a:rPr>
              <a:t>2</a:t>
            </a:r>
          </a:p>
        </p:txBody>
      </p:sp>
      <p:sp>
        <p:nvSpPr>
          <p:cNvPr id="10" name="Rounded Rectangle 9"/>
          <p:cNvSpPr/>
          <p:nvPr/>
        </p:nvSpPr>
        <p:spPr>
          <a:xfrm>
            <a:off x="3579876" y="3429000"/>
            <a:ext cx="2409444" cy="2377440"/>
          </a:xfrm>
          <a:prstGeom prst="roundRect">
            <a:avLst>
              <a:gd name="adj" fmla="val 6000"/>
            </a:avLst>
          </a:prstGeom>
          <a:solidFill>
            <a:srgbClr val="EFE8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Oval 10"/>
          <p:cNvSpPr/>
          <p:nvPr/>
        </p:nvSpPr>
        <p:spPr>
          <a:xfrm>
            <a:off x="4373118" y="3703320"/>
            <a:ext cx="822960" cy="822960"/>
          </a:xfrm>
          <a:prstGeom prst="ellipse">
            <a:avLst/>
          </a:prstGeom>
          <a:solidFill>
            <a:srgbClr val="DCE9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2" name="Picture 11" descr="warn_moss.png"/>
          <p:cNvPicPr>
            <a:picLocks noChangeAspect="1"/>
          </p:cNvPicPr>
          <p:nvPr/>
        </p:nvPicPr>
        <p:blipFill>
          <a:blip r:embed="rId3"/>
          <a:stretch>
            <a:fillRect/>
          </a:stretch>
        </p:blipFill>
        <p:spPr>
          <a:xfrm>
            <a:off x="4587087" y="3917289"/>
            <a:ext cx="395020" cy="395020"/>
          </a:xfrm>
          <a:prstGeom prst="rect">
            <a:avLst/>
          </a:prstGeom>
        </p:spPr>
      </p:pic>
      <p:sp>
        <p:nvSpPr>
          <p:cNvPr id="13" name="TextBox 12"/>
          <p:cNvSpPr txBox="1"/>
          <p:nvPr/>
        </p:nvSpPr>
        <p:spPr>
          <a:xfrm>
            <a:off x="3762756" y="4709160"/>
            <a:ext cx="2043684" cy="914400"/>
          </a:xfrm>
          <a:prstGeom prst="rect">
            <a:avLst/>
          </a:prstGeom>
          <a:noFill/>
        </p:spPr>
        <p:txBody>
          <a:bodyPr wrap="square" lIns="0" tIns="0" rIns="0" bIns="0" anchor="t">
            <a:spAutoFit/>
          </a:bodyPr>
          <a:lstStyle/>
          <a:p>
            <a:pPr algn="ctr"/>
            <a:r>
              <a:rPr lang="vi-VN" sz="1800" b="1">
                <a:solidFill>
                  <a:srgbClr val="1F1F1F"/>
                </a:solidFill>
                <a:latin typeface="Arial"/>
              </a:rPr>
              <a:t>Xem mục cảnh báo dữ liệu</a:t>
            </a:r>
          </a:p>
        </p:txBody>
      </p:sp>
      <p:sp>
        <p:nvSpPr>
          <p:cNvPr id="14" name="Oval 13"/>
          <p:cNvSpPr/>
          <p:nvPr/>
        </p:nvSpPr>
        <p:spPr>
          <a:xfrm>
            <a:off x="7002018" y="2148840"/>
            <a:ext cx="822960" cy="822960"/>
          </a:xfrm>
          <a:prstGeom prst="ellipse">
            <a:avLst/>
          </a:prstGeom>
          <a:solidFill>
            <a:srgbClr val="3F6B52"/>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100" b="1">
                <a:solidFill>
                  <a:srgbClr val="FFFFFF"/>
                </a:solidFill>
                <a:latin typeface="Arial"/>
              </a:rPr>
              <a:t>3</a:t>
            </a:r>
          </a:p>
        </p:txBody>
      </p:sp>
      <p:sp>
        <p:nvSpPr>
          <p:cNvPr id="15" name="Rounded Rectangle 14"/>
          <p:cNvSpPr/>
          <p:nvPr/>
        </p:nvSpPr>
        <p:spPr>
          <a:xfrm>
            <a:off x="6208776" y="3429000"/>
            <a:ext cx="2409444" cy="2377440"/>
          </a:xfrm>
          <a:prstGeom prst="roundRect">
            <a:avLst>
              <a:gd name="adj" fmla="val 6000"/>
            </a:avLst>
          </a:prstGeom>
          <a:solidFill>
            <a:srgbClr val="EFE8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Oval 15"/>
          <p:cNvSpPr/>
          <p:nvPr/>
        </p:nvSpPr>
        <p:spPr>
          <a:xfrm>
            <a:off x="7002018" y="3703320"/>
            <a:ext cx="822960" cy="822960"/>
          </a:xfrm>
          <a:prstGeom prst="ellipse">
            <a:avLst/>
          </a:prstGeom>
          <a:solidFill>
            <a:srgbClr val="DCE9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7" name="Picture 16" descr="play_moss.png"/>
          <p:cNvPicPr>
            <a:picLocks noChangeAspect="1"/>
          </p:cNvPicPr>
          <p:nvPr/>
        </p:nvPicPr>
        <p:blipFill>
          <a:blip r:embed="rId4"/>
          <a:stretch>
            <a:fillRect/>
          </a:stretch>
        </p:blipFill>
        <p:spPr>
          <a:xfrm>
            <a:off x="7215987" y="3917289"/>
            <a:ext cx="395020" cy="395020"/>
          </a:xfrm>
          <a:prstGeom prst="rect">
            <a:avLst/>
          </a:prstGeom>
        </p:spPr>
      </p:pic>
      <p:sp>
        <p:nvSpPr>
          <p:cNvPr id="18" name="TextBox 17"/>
          <p:cNvSpPr txBox="1"/>
          <p:nvPr/>
        </p:nvSpPr>
        <p:spPr>
          <a:xfrm>
            <a:off x="6391656" y="4709160"/>
            <a:ext cx="2043684" cy="914400"/>
          </a:xfrm>
          <a:prstGeom prst="rect">
            <a:avLst/>
          </a:prstGeom>
          <a:noFill/>
        </p:spPr>
        <p:txBody>
          <a:bodyPr wrap="square" lIns="0" tIns="0" rIns="0" bIns="0" anchor="t">
            <a:spAutoFit/>
          </a:bodyPr>
          <a:lstStyle/>
          <a:p>
            <a:pPr algn="ctr"/>
            <a:r>
              <a:rPr lang="vi-VN" sz="1800" b="1">
                <a:solidFill>
                  <a:srgbClr val="1F1F1F"/>
                </a:solidFill>
                <a:latin typeface="Arial"/>
              </a:rPr>
              <a:t>Bấm chạy sắp xếp</a:t>
            </a:r>
          </a:p>
        </p:txBody>
      </p:sp>
      <p:sp>
        <p:nvSpPr>
          <p:cNvPr id="19" name="Oval 18"/>
          <p:cNvSpPr/>
          <p:nvPr/>
        </p:nvSpPr>
        <p:spPr>
          <a:xfrm>
            <a:off x="9630918" y="2148840"/>
            <a:ext cx="822960" cy="822960"/>
          </a:xfrm>
          <a:prstGeom prst="ellipse">
            <a:avLst/>
          </a:prstGeom>
          <a:solidFill>
            <a:srgbClr val="1F1F1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100" b="1">
                <a:solidFill>
                  <a:srgbClr val="FFFFFF"/>
                </a:solidFill>
                <a:latin typeface="Arial"/>
              </a:rPr>
              <a:t>4</a:t>
            </a:r>
          </a:p>
        </p:txBody>
      </p:sp>
      <p:sp>
        <p:nvSpPr>
          <p:cNvPr id="20" name="Rounded Rectangle 19"/>
          <p:cNvSpPr/>
          <p:nvPr/>
        </p:nvSpPr>
        <p:spPr>
          <a:xfrm>
            <a:off x="8837676" y="3429000"/>
            <a:ext cx="2409444" cy="2377440"/>
          </a:xfrm>
          <a:prstGeom prst="roundRect">
            <a:avLst>
              <a:gd name="adj" fmla="val 6000"/>
            </a:avLst>
          </a:prstGeom>
          <a:solidFill>
            <a:srgbClr val="EFE8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Oval 20"/>
          <p:cNvSpPr/>
          <p:nvPr/>
        </p:nvSpPr>
        <p:spPr>
          <a:xfrm>
            <a:off x="9630918" y="3703320"/>
            <a:ext cx="822960" cy="822960"/>
          </a:xfrm>
          <a:prstGeom prst="ellipse">
            <a:avLst/>
          </a:prstGeom>
          <a:solidFill>
            <a:srgbClr val="DCE9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2" name="Picture 21" descr="export_moss.png"/>
          <p:cNvPicPr>
            <a:picLocks noChangeAspect="1"/>
          </p:cNvPicPr>
          <p:nvPr/>
        </p:nvPicPr>
        <p:blipFill>
          <a:blip r:embed="rId5"/>
          <a:stretch>
            <a:fillRect/>
          </a:stretch>
        </p:blipFill>
        <p:spPr>
          <a:xfrm>
            <a:off x="9844887" y="3917289"/>
            <a:ext cx="395020" cy="395020"/>
          </a:xfrm>
          <a:prstGeom prst="rect">
            <a:avLst/>
          </a:prstGeom>
        </p:spPr>
      </p:pic>
      <p:sp>
        <p:nvSpPr>
          <p:cNvPr id="23" name="TextBox 22"/>
          <p:cNvSpPr txBox="1"/>
          <p:nvPr/>
        </p:nvSpPr>
        <p:spPr>
          <a:xfrm>
            <a:off x="9020555" y="4709160"/>
            <a:ext cx="2043684" cy="914400"/>
          </a:xfrm>
          <a:prstGeom prst="rect">
            <a:avLst/>
          </a:prstGeom>
          <a:noFill/>
        </p:spPr>
        <p:txBody>
          <a:bodyPr wrap="square" lIns="0" tIns="0" rIns="0" bIns="0" anchor="t">
            <a:spAutoFit/>
          </a:bodyPr>
          <a:lstStyle/>
          <a:p>
            <a:pPr algn="ctr"/>
            <a:r>
              <a:rPr lang="vi-VN" sz="1800" b="1">
                <a:solidFill>
                  <a:srgbClr val="1F1F1F"/>
                </a:solidFill>
                <a:latin typeface="Arial"/>
              </a:rPr>
              <a:t>Xuất file kết quả</a:t>
            </a:r>
          </a:p>
        </p:txBody>
      </p:sp>
    </p:spTree>
    <p:extLst>
      <p:ext uri="{BB962C8B-B14F-4D97-AF65-F5344CB8AC3E}">
        <p14:creationId xmlns:p14="http://schemas.microsoft.com/office/powerpoint/2010/main" val="34628558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8F3ED"/>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AE72CF-6560-DA21-3636-DED87FF2DFAC}"/>
              </a:ext>
            </a:extLst>
          </p:cNvPr>
          <p:cNvSpPr>
            <a:spLocks noGrp="1"/>
          </p:cNvSpPr>
          <p:nvPr>
            <p:ph type="title"/>
          </p:nvPr>
        </p:nvSpPr>
        <p:spPr/>
        <p:txBody>
          <a:bodyPr/>
          <a:lstStyle/>
          <a:p>
            <a:r>
              <a:rPr lang="vi-VN"/>
              <a:t>Cách CLB xác định học sinh</a:t>
            </a:r>
            <a:endParaRPr lang="vi-VN" dirty="0"/>
          </a:p>
        </p:txBody>
      </p:sp>
      <p:sp>
        <p:nvSpPr>
          <p:cNvPr id="3" name="Content Placeholder 2">
            <a:extLst>
              <a:ext uri="{FF2B5EF4-FFF2-40B4-BE49-F238E27FC236}">
                <a16:creationId xmlns:a16="http://schemas.microsoft.com/office/drawing/2014/main" id="{395C117F-FA77-AF43-2AC8-D7C43D0977D8}"/>
              </a:ext>
            </a:extLst>
          </p:cNvPr>
          <p:cNvSpPr>
            <a:spLocks noGrp="1"/>
          </p:cNvSpPr>
          <p:nvPr>
            <p:ph idx="1"/>
          </p:nvPr>
        </p:nvSpPr>
        <p:spPr>
          <a:xfrm>
            <a:off x="841248" y="1737360"/>
            <a:ext cx="5394960" cy="2377440"/>
          </a:xfrm>
        </p:spPr>
        <p:txBody>
          <a:bodyPr/>
          <a:lstStyle/>
          <a:p>
            <a:pPr>
              <a:lnSpc>
                <a:spcPct val="100000"/>
              </a:lnSpc>
              <a:spcBef>
                <a:spcPts val="0"/>
              </a:spcBef>
              <a:spcAft>
                <a:spcPts val="200"/>
              </a:spcAft>
            </a:pPr>
            <a:r>
              <a:rPr lang="vi-VN" sz="2000" b="1"/>
              <a:t>Tầng 1:</a:t>
            </a:r>
            <a:r>
              <a:rPr lang="vi-VN" sz="2000"/>
              <a:t> Ưu tiên học sinh có thi CLB đó</a:t>
            </a:r>
          </a:p>
          <a:p>
            <a:pPr marL="274320" indent="0">
              <a:lnSpc>
                <a:spcPct val="100000"/>
              </a:lnSpc>
              <a:spcBef>
                <a:spcPts val="0"/>
              </a:spcBef>
              <a:spcAft>
                <a:spcPts val="1200"/>
              </a:spcAft>
              <a:buNone/>
            </a:pPr>
            <a:r>
              <a:rPr sz="1500" lang="vi-VN">
                <a:solidFill>
                  <a:srgbClr val="555555"/>
                </a:solidFill>
              </a:rPr>
              <a:t>Xếp theo điểm từ cao xuống thấp; bằng điểm thì xét số bốc thăm</a:t>
            </a:r>
          </a:p>
          <a:p>
            <a:pPr>
              <a:lnSpc>
                <a:spcPct val="100000"/>
              </a:lnSpc>
              <a:spcBef>
                <a:spcPts val="0"/>
              </a:spcBef>
              <a:spcAft>
                <a:spcPts val="200"/>
              </a:spcAft>
            </a:pPr>
            <a:r>
              <a:rPr lang="vi-VN" sz="2000" b="1"/>
              <a:t>Tầng 2:</a:t>
            </a:r>
            <a:r>
              <a:rPr lang="vi-VN" sz="2000"/>
              <a:t> HS không thi thì xếp theo số bốc thăm</a:t>
            </a:r>
            <a:endParaRPr lang="vi-VN"/>
          </a:p>
          <a:p>
            <a:pPr marL="274320" indent="0">
              <a:lnSpc>
                <a:spcPct val="100000"/>
              </a:lnSpc>
              <a:spcBef>
                <a:spcPts val="0"/>
              </a:spcBef>
              <a:spcAft>
                <a:spcPts val="1200"/>
              </a:spcAft>
              <a:buNone/>
            </a:pPr>
            <a:r>
              <a:rPr sz="1500" lang="vi-VN">
                <a:solidFill>
                  <a:srgbClr val="555555"/>
                </a:solidFill>
              </a:rPr>
              <a:t>Luôn đứng sau toàn bộ Tầng 1, dù số bốc thăm nhỏ đến đâu</a:t>
            </a:r>
          </a:p>
        </p:txBody>
      </p:sp>
      <p:pic>
        <p:nvPicPr>
          <p:cNvPr id="4" name="Picture 3" descr="el_scoring_c.png"/>
          <p:cNvPicPr>
            <a:picLocks noChangeAspect="1"/>
          </p:cNvPicPr>
          <p:nvPr/>
        </p:nvPicPr>
        <p:blipFill>
          <a:blip r:embed="rId2"/>
          <a:stretch>
            <a:fillRect/>
          </a:stretch>
        </p:blipFill>
        <p:spPr>
          <a:xfrm>
            <a:off x="6492240" y="1828800"/>
            <a:ext cx="4864608" cy="2824611"/>
          </a:xfrm>
          <a:prstGeom prst="rect">
            <a:avLst/>
          </a:prstGeom>
          <a:ln w="9525">
            <a:solidFill>
              <a:srgbClr val="D0D0D0"/>
            </a:solidFill>
          </a:ln>
        </p:spPr>
      </p:pic>
      <p:sp>
        <p:nvSpPr>
          <p:cNvPr id="5" name="TextBox 4"/>
          <p:cNvSpPr txBox="1"/>
          <p:nvPr/>
        </p:nvSpPr>
        <p:spPr>
          <a:xfrm>
            <a:off x="6492240" y="4744851"/>
            <a:ext cx="4864608" cy="274320"/>
          </a:xfrm>
          <a:prstGeom prst="rect">
            <a:avLst/>
          </a:prstGeom>
          <a:noFill/>
        </p:spPr>
        <p:txBody>
          <a:bodyPr wrap="square" lIns="0" tIns="0" rIns="0" bIns="0">
            <a:spAutoFit/>
          </a:bodyPr>
          <a:lstStyle/>
          <a:p>
            <a:r>
              <a:rPr lang="vi-VN" sz="1200" i="1">
                <a:solidFill>
                  <a:srgbClr val="595959"/>
                </a:solidFill>
                <a:latin typeface="Arial"/>
              </a:rPr>
              <a:t>Màn hình Nhập điểm: giáo viên chỉ thấy mã và họ tên học sinh, không thấy số bốc thăm hay nguyện vọng.</a:t>
            </a:r>
          </a:p>
        </p:txBody>
      </p:sp>
      <p:sp>
        <p:nvSpPr>
          <p:cNvPr id="6" name="TextBox 5"/>
          <p:cNvSpPr txBox="1"/>
          <p:nvPr/>
        </p:nvSpPr>
        <p:spPr>
          <a:xfrm>
            <a:off x="841248" y="4315968"/>
            <a:ext cx="5394960" cy="320040"/>
          </a:xfrm>
          <a:prstGeom prst="rect">
            <a:avLst/>
          </a:prstGeom>
          <a:noFill/>
        </p:spPr>
        <p:txBody>
          <a:bodyPr wrap="square" lIns="0" rIns="0" tIns="0" bIns="0">
            <a:spAutoFit/>
          </a:bodyPr>
          <a:lstStyle/>
          <a:p>
            <a:r>
              <a:rPr sz="1500" b="1" i="0" lang="vi-VN">
                <a:solidFill>
                  <a:srgbClr val="1F1F1F"/>
                </a:solidFill>
                <a:latin typeface="Arial"/>
              </a:rPr>
              <a:t>Ví dụ: thứ tự xếp hạng tại CLB Tin học</a:t>
            </a:r>
          </a:p>
        </p:txBody>
      </p:sp>
      <p:graphicFrame>
        <p:nvGraphicFramePr>
          <p:cNvPr id="7" name="Table 6"/>
          <p:cNvGraphicFramePr>
            <a:graphicFrameLocks noGrp="1"/>
          </p:cNvGraphicFramePr>
          <p:nvPr/>
        </p:nvGraphicFramePr>
        <p:xfrm>
          <a:off x="841248" y="4663440"/>
          <a:ext cx="5394960" cy="1645920"/>
        </p:xfrm>
        <a:graphic>
          <a:graphicData uri="http://schemas.openxmlformats.org/drawingml/2006/table">
            <a:tbl>
              <a:tblPr firstRow="0" bandRow="0">
                <a:tableStyleId>{5940675A-B579-460E-94D1-54222C63F5DA}</a:tableStyleId>
              </a:tblPr>
              <a:tblGrid>
                <a:gridCol w="685800"/>
                <a:gridCol w="1097280"/>
                <a:gridCol w="685800"/>
                <a:gridCol w="2926080"/>
              </a:tblGrid>
              <a:tr h="274320">
                <a:tc>
                  <a:txBody>
                    <a:bodyPr/>
                    <a:lstStyle/>
                    <a:p>
                      <a:pPr algn="ctr"/>
                      <a:r>
                        <a:rPr sz="1300" b="1" lang="vi-VN">
                          <a:solidFill>
                            <a:srgbClr val="1F1F1F"/>
                          </a:solidFill>
                        </a:rPr>
                        <a:t>Hạng</a:t>
                      </a:r>
                    </a:p>
                  </a:txBody>
                  <a:tcPr marL="64008" marR="64008" marT="18288" marB="18288"/>
                </a:tc>
                <a:tc>
                  <a:txBody>
                    <a:bodyPr/>
                    <a:lstStyle/>
                    <a:p>
                      <a:pPr algn="l"/>
                      <a:r>
                        <a:rPr sz="1300" b="1" lang="vi-VN">
                          <a:solidFill>
                            <a:srgbClr val="1F1F1F"/>
                          </a:solidFill>
                        </a:rPr>
                        <a:t>Học sinh</a:t>
                      </a:r>
                    </a:p>
                  </a:txBody>
                  <a:tcPr marL="64008" marR="64008" marT="18288" marB="18288"/>
                </a:tc>
                <a:tc>
                  <a:txBody>
                    <a:bodyPr/>
                    <a:lstStyle/>
                    <a:p>
                      <a:pPr algn="ctr"/>
                      <a:r>
                        <a:rPr sz="1300" b="1" lang="vi-VN">
                          <a:solidFill>
                            <a:srgbClr val="1F1F1F"/>
                          </a:solidFill>
                        </a:rPr>
                        <a:t>Tầng</a:t>
                      </a:r>
                    </a:p>
                  </a:txBody>
                  <a:tcPr marL="64008" marR="64008" marT="18288" marB="18288"/>
                </a:tc>
                <a:tc>
                  <a:txBody>
                    <a:bodyPr/>
                    <a:lstStyle/>
                    <a:p>
                      <a:pPr algn="l"/>
                      <a:r>
                        <a:rPr sz="1300" b="1" lang="vi-VN">
                          <a:solidFill>
                            <a:srgbClr val="1F1F1F"/>
                          </a:solidFill>
                        </a:rPr>
                        <a:t>Căn cứ</a:t>
                      </a:r>
                    </a:p>
                  </a:txBody>
                  <a:tcPr marL="64008" marR="64008" marT="18288" marB="18288"/>
                </a:tc>
              </a:tr>
              <a:tr h="274320">
                <a:tc>
                  <a:txBody>
                    <a:bodyPr/>
                    <a:lstStyle/>
                    <a:p>
                      <a:pPr algn="ctr"/>
                      <a:r>
                        <a:rPr sz="1300" b="0" lang="vi-VN">
                          <a:solidFill>
                            <a:srgbClr val="1F1F1F"/>
                          </a:solidFill>
                        </a:rPr>
                        <a:t>1</a:t>
                      </a:r>
                    </a:p>
                  </a:txBody>
                  <a:tcPr marL="64008" marR="64008" marT="18288" marB="18288"/>
                </a:tc>
                <a:tc>
                  <a:txBody>
                    <a:bodyPr/>
                    <a:lstStyle/>
                    <a:p>
                      <a:pPr algn="l"/>
                      <a:r>
                        <a:rPr sz="1300" b="0" lang="vi-VN">
                          <a:solidFill>
                            <a:srgbClr val="1F1F1F"/>
                          </a:solidFill>
                        </a:rPr>
                        <a:t>Dũng</a:t>
                      </a:r>
                    </a:p>
                  </a:txBody>
                  <a:tcPr marL="64008" marR="64008" marT="18288" marB="18288"/>
                </a:tc>
                <a:tc>
                  <a:txBody>
                    <a:bodyPr/>
                    <a:lstStyle/>
                    <a:p>
                      <a:pPr algn="ctr"/>
                      <a:r>
                        <a:rPr sz="1300" b="0" lang="vi-VN">
                          <a:solidFill>
                            <a:srgbClr val="1F1F1F"/>
                          </a:solidFill>
                        </a:rPr>
                        <a:t>1</a:t>
                      </a:r>
                    </a:p>
                  </a:txBody>
                  <a:tcPr marL="64008" marR="64008" marT="18288" marB="18288"/>
                </a:tc>
                <a:tc>
                  <a:txBody>
                    <a:bodyPr/>
                    <a:lstStyle/>
                    <a:p>
                      <a:pPr algn="l"/>
                      <a:r>
                        <a:rPr sz="1300" b="0" lang="vi-VN">
                          <a:solidFill>
                            <a:srgbClr val="1F1F1F"/>
                          </a:solidFill>
                        </a:rPr>
                        <a:t>9 điểm</a:t>
                      </a:r>
                    </a:p>
                  </a:txBody>
                  <a:tcPr marL="64008" marR="64008" marT="18288" marB="18288"/>
                </a:tc>
              </a:tr>
              <a:tr h="274320">
                <a:tc>
                  <a:txBody>
                    <a:bodyPr/>
                    <a:lstStyle/>
                    <a:p>
                      <a:pPr algn="ctr"/>
                      <a:r>
                        <a:rPr sz="1300" b="0" lang="vi-VN">
                          <a:solidFill>
                            <a:srgbClr val="1F1F1F"/>
                          </a:solidFill>
                        </a:rPr>
                        <a:t>2</a:t>
                      </a:r>
                    </a:p>
                  </a:txBody>
                  <a:tcPr marL="64008" marR="64008" marT="18288" marB="18288"/>
                </a:tc>
                <a:tc>
                  <a:txBody>
                    <a:bodyPr/>
                    <a:lstStyle/>
                    <a:p>
                      <a:pPr algn="l"/>
                      <a:r>
                        <a:rPr sz="1300" b="0" lang="vi-VN">
                          <a:solidFill>
                            <a:srgbClr val="1F1F1F"/>
                          </a:solidFill>
                        </a:rPr>
                        <a:t>An</a:t>
                      </a:r>
                    </a:p>
                  </a:txBody>
                  <a:tcPr marL="64008" marR="64008" marT="18288" marB="18288"/>
                </a:tc>
                <a:tc>
                  <a:txBody>
                    <a:bodyPr/>
                    <a:lstStyle/>
                    <a:p>
                      <a:pPr algn="ctr"/>
                      <a:r>
                        <a:rPr sz="1300" b="0" lang="vi-VN">
                          <a:solidFill>
                            <a:srgbClr val="1F1F1F"/>
                          </a:solidFill>
                        </a:rPr>
                        <a:t>1</a:t>
                      </a:r>
                    </a:p>
                  </a:txBody>
                  <a:tcPr marL="64008" marR="64008" marT="18288" marB="18288"/>
                </a:tc>
                <a:tc>
                  <a:txBody>
                    <a:bodyPr/>
                    <a:lstStyle/>
                    <a:p>
                      <a:pPr algn="l"/>
                      <a:r>
                        <a:rPr sz="1300" b="0" lang="vi-VN">
                          <a:solidFill>
                            <a:srgbClr val="1F1F1F"/>
                          </a:solidFill>
                        </a:rPr>
                        <a:t>8 điểm, số bốc thăm 12</a:t>
                      </a:r>
                    </a:p>
                  </a:txBody>
                  <a:tcPr marL="64008" marR="64008" marT="18288" marB="18288"/>
                </a:tc>
              </a:tr>
              <a:tr h="274320">
                <a:tc>
                  <a:txBody>
                    <a:bodyPr/>
                    <a:lstStyle/>
                    <a:p>
                      <a:pPr algn="ctr"/>
                      <a:r>
                        <a:rPr sz="1300" b="0" lang="vi-VN">
                          <a:solidFill>
                            <a:srgbClr val="1F1F1F"/>
                          </a:solidFill>
                        </a:rPr>
                        <a:t>3</a:t>
                      </a:r>
                    </a:p>
                  </a:txBody>
                  <a:tcPr marL="64008" marR="64008" marT="18288" marB="18288"/>
                </a:tc>
                <a:tc>
                  <a:txBody>
                    <a:bodyPr/>
                    <a:lstStyle/>
                    <a:p>
                      <a:pPr algn="l"/>
                      <a:r>
                        <a:rPr sz="1300" b="0" lang="vi-VN">
                          <a:solidFill>
                            <a:srgbClr val="1F1F1F"/>
                          </a:solidFill>
                        </a:rPr>
                        <a:t>Hòa</a:t>
                      </a:r>
                    </a:p>
                  </a:txBody>
                  <a:tcPr marL="64008" marR="64008" marT="18288" marB="18288"/>
                </a:tc>
                <a:tc>
                  <a:txBody>
                    <a:bodyPr/>
                    <a:lstStyle/>
                    <a:p>
                      <a:pPr algn="ctr"/>
                      <a:r>
                        <a:rPr sz="1300" b="0" lang="vi-VN">
                          <a:solidFill>
                            <a:srgbClr val="1F1F1F"/>
                          </a:solidFill>
                        </a:rPr>
                        <a:t>1</a:t>
                      </a:r>
                    </a:p>
                  </a:txBody>
                  <a:tcPr marL="64008" marR="64008" marT="18288" marB="18288"/>
                </a:tc>
                <a:tc>
                  <a:txBody>
                    <a:bodyPr/>
                    <a:lstStyle/>
                    <a:p>
                      <a:pPr algn="l"/>
                      <a:r>
                        <a:rPr sz="1300" b="0" lang="vi-VN">
                          <a:solidFill>
                            <a:srgbClr val="1F1F1F"/>
                          </a:solidFill>
                        </a:rPr>
                        <a:t>8 điểm, số bốc thăm 45</a:t>
                      </a:r>
                    </a:p>
                  </a:txBody>
                  <a:tcPr marL="64008" marR="64008" marT="18288" marB="18288"/>
                </a:tc>
              </a:tr>
              <a:tr h="274320">
                <a:tc>
                  <a:txBody>
                    <a:bodyPr/>
                    <a:lstStyle/>
                    <a:p>
                      <a:pPr algn="ctr"/>
                      <a:r>
                        <a:rPr sz="1300" b="0" lang="vi-VN">
                          <a:solidFill>
                            <a:srgbClr val="1F1F1F"/>
                          </a:solidFill>
                        </a:rPr>
                        <a:t>4</a:t>
                      </a:r>
                    </a:p>
                  </a:txBody>
                  <a:tcPr marL="64008" marR="64008" marT="18288" marB="18288"/>
                </a:tc>
                <a:tc>
                  <a:txBody>
                    <a:bodyPr/>
                    <a:lstStyle/>
                    <a:p>
                      <a:pPr algn="l"/>
                      <a:r>
                        <a:rPr sz="1300" b="0" lang="vi-VN">
                          <a:solidFill>
                            <a:srgbClr val="1F1F1F"/>
                          </a:solidFill>
                        </a:rPr>
                        <a:t>Chi</a:t>
                      </a:r>
                    </a:p>
                  </a:txBody>
                  <a:tcPr marL="64008" marR="64008" marT="18288" marB="18288"/>
                </a:tc>
                <a:tc>
                  <a:txBody>
                    <a:bodyPr/>
                    <a:lstStyle/>
                    <a:p>
                      <a:pPr algn="ctr"/>
                      <a:r>
                        <a:rPr sz="1300" b="0" lang="vi-VN">
                          <a:solidFill>
                            <a:srgbClr val="1F1F1F"/>
                          </a:solidFill>
                        </a:rPr>
                        <a:t>1</a:t>
                      </a:r>
                    </a:p>
                  </a:txBody>
                  <a:tcPr marL="64008" marR="64008" marT="18288" marB="18288"/>
                </a:tc>
                <a:tc>
                  <a:txBody>
                    <a:bodyPr/>
                    <a:lstStyle/>
                    <a:p>
                      <a:pPr algn="l"/>
                      <a:r>
                        <a:rPr sz="1300" b="0" lang="vi-VN">
                          <a:solidFill>
                            <a:srgbClr val="1F1F1F"/>
                          </a:solidFill>
                        </a:rPr>
                        <a:t>7 điểm</a:t>
                      </a:r>
                    </a:p>
                  </a:txBody>
                  <a:tcPr marL="64008" marR="64008" marT="18288" marB="18288"/>
                </a:tc>
              </a:tr>
              <a:tr h="274320">
                <a:tc>
                  <a:txBody>
                    <a:bodyPr/>
                    <a:lstStyle/>
                    <a:p>
                      <a:pPr algn="ctr"/>
                      <a:r>
                        <a:rPr sz="1300" b="0" lang="vi-VN">
                          <a:solidFill>
                            <a:srgbClr val="1F1F1F"/>
                          </a:solidFill>
                        </a:rPr>
                        <a:t>5</a:t>
                      </a:r>
                    </a:p>
                  </a:txBody>
                  <a:tcPr marL="64008" marR="64008" marT="18288" marB="18288"/>
                </a:tc>
                <a:tc>
                  <a:txBody>
                    <a:bodyPr/>
                    <a:lstStyle/>
                    <a:p>
                      <a:pPr algn="l"/>
                      <a:r>
                        <a:rPr sz="1300" b="0" lang="vi-VN">
                          <a:solidFill>
                            <a:srgbClr val="1F1F1F"/>
                          </a:solidFill>
                        </a:rPr>
                        <a:t>Bình</a:t>
                      </a:r>
                    </a:p>
                  </a:txBody>
                  <a:tcPr marL="64008" marR="64008" marT="18288" marB="18288"/>
                </a:tc>
                <a:tc>
                  <a:txBody>
                    <a:bodyPr/>
                    <a:lstStyle/>
                    <a:p>
                      <a:pPr algn="ctr"/>
                      <a:r>
                        <a:rPr sz="1300" b="0" lang="vi-VN">
                          <a:solidFill>
                            <a:srgbClr val="1F1F1F"/>
                          </a:solidFill>
                        </a:rPr>
                        <a:t>2</a:t>
                      </a:r>
                    </a:p>
                  </a:txBody>
                  <a:tcPr marL="64008" marR="64008" marT="18288" marB="18288"/>
                </a:tc>
                <a:tc>
                  <a:txBody>
                    <a:bodyPr/>
                    <a:lstStyle/>
                    <a:p>
                      <a:pPr algn="l"/>
                      <a:r>
                        <a:rPr sz="1300" b="0" lang="vi-VN">
                          <a:solidFill>
                            <a:srgbClr val="1F1F1F"/>
                          </a:solidFill>
                        </a:rPr>
                        <a:t>không thi, số bốc thăm 3</a:t>
                      </a:r>
                    </a:p>
                  </a:txBody>
                  <a:tcPr marL="64008" marR="64008" marT="18288" marB="18288"/>
                </a:tc>
              </a:tr>
            </a:tbl>
          </a:graphicData>
        </a:graphic>
      </p:graphicFrame>
      <p:sp>
        <p:nvSpPr>
          <p:cNvPr id="8" name="TextBox 7"/>
          <p:cNvSpPr txBox="1"/>
          <p:nvPr/>
        </p:nvSpPr>
        <p:spPr>
          <a:xfrm>
            <a:off x="6492240" y="5394960"/>
            <a:ext cx="4864608" cy="731520"/>
          </a:xfrm>
          <a:prstGeom prst="rect">
            <a:avLst/>
          </a:prstGeom>
          <a:noFill/>
        </p:spPr>
        <p:txBody>
          <a:bodyPr wrap="square" lIns="0" rIns="0" tIns="0" bIns="0">
            <a:spAutoFit/>
          </a:bodyPr>
          <a:lstStyle/>
          <a:p>
            <a:r>
              <a:rPr sz="1800" b="1" i="0" lang="vi-VN">
                <a:solidFill>
                  <a:srgbClr val="1F1F1F"/>
                </a:solidFill>
                <a:latin typeface="Arial"/>
              </a:rPr>
              <a:t>CLB không biết học sinh xếp mình ở nguyện vọng thứ mấy.</a:t>
            </a:r>
          </a:p>
        </p:txBody>
      </p:sp>
    </p:spTree>
    <p:extLst>
      <p:ext uri="{BB962C8B-B14F-4D97-AF65-F5344CB8AC3E}">
        <p14:creationId xmlns:p14="http://schemas.microsoft.com/office/powerpoint/2010/main" val="36085109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8F3ED"/>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t>Phần mềm vận hành qua 6 bước</a:t>
            </a:r>
          </a:p>
        </p:txBody>
      </p:sp>
      <p:sp>
        <p:nvSpPr>
          <p:cNvPr id="3" name="Content Placeholder 2"/>
          <p:cNvSpPr>
            <a:spLocks noGrp="1"/>
          </p:cNvSpPr>
          <p:nvPr>
            <p:ph idx="1"/>
          </p:nvPr>
        </p:nvSpPr>
        <p:spPr>
          <a:xfrm>
            <a:off x="841248" y="1828800"/>
            <a:ext cx="4846320" cy="4480560"/>
          </a:xfrm>
        </p:spPr>
        <p:txBody>
          <a:bodyPr>
            <a:normAutofit fontScale="92500" lnSpcReduction="10000"/>
          </a:bodyPr>
          <a:lstStyle/>
          <a:p>
            <a:pPr marL="0" indent="0">
              <a:lnSpc>
                <a:spcPct val="110000"/>
              </a:lnSpc>
              <a:spcAft>
                <a:spcPts val="1000"/>
              </a:spcAft>
              <a:buNone/>
            </a:pPr>
            <a:r>
              <a:rPr lang="vi-VN" sz="1800" b="1"/>
              <a:t>1. Sao lưu:</a:t>
            </a:r>
            <a:r>
              <a:rPr lang="vi-VN" sz="1800" b="0"/>
              <a:t> tự lưu một bản dữ liệu trước khi chạy</a:t>
            </a:r>
          </a:p>
          <a:p>
            <a:pPr marL="0" indent="0">
              <a:lnSpc>
                <a:spcPct val="110000"/>
              </a:lnSpc>
              <a:spcAft>
                <a:spcPts val="1000"/>
              </a:spcAft>
              <a:buNone/>
            </a:pPr>
            <a:r>
              <a:rPr lang="vi-VN" sz="1800" b="1"/>
              <a:t>2. Kiểm tra dữ liệu:</a:t>
            </a:r>
            <a:r>
              <a:rPr lang="vi-VN" sz="1800" b="0"/>
              <a:t> dữ liệu sai thì dừng lại, chưa bốc thăm</a:t>
            </a:r>
          </a:p>
          <a:p>
            <a:pPr marL="0" indent="0">
              <a:lnSpc>
                <a:spcPct val="110000"/>
              </a:lnSpc>
              <a:spcAft>
                <a:spcPts val="1000"/>
              </a:spcAft>
              <a:buNone/>
            </a:pPr>
            <a:r>
              <a:rPr lang="vi-VN" sz="1800" b="1"/>
              <a:t>3. Bốc thăm:</a:t>
            </a:r>
            <a:r>
              <a:rPr lang="vi-VN" sz="1800" b="0"/>
              <a:t> tạo số bốc thăm cho học sinh, khóa lại sau lần đầu</a:t>
            </a:r>
          </a:p>
          <a:p>
            <a:pPr marL="0" indent="0">
              <a:lnSpc>
                <a:spcPct val="110000"/>
              </a:lnSpc>
              <a:spcAft>
                <a:spcPts val="1000"/>
              </a:spcAft>
              <a:buNone/>
            </a:pPr>
            <a:r>
              <a:rPr lang="vi-VN" sz="1800" b="1"/>
              <a:t>4. Chạy thuật toán:</a:t>
            </a:r>
            <a:r>
              <a:rPr lang="vi-VN" sz="1800" b="0"/>
              <a:t> xếp học sinh vào CLB, kiểm tra kết quả ổn định</a:t>
            </a:r>
          </a:p>
          <a:p>
            <a:pPr marL="0" indent="0">
              <a:lnSpc>
                <a:spcPct val="110000"/>
              </a:lnSpc>
              <a:spcAft>
                <a:spcPts val="1000"/>
              </a:spcAft>
              <a:buNone/>
            </a:pPr>
            <a:r>
              <a:rPr lang="vi-VN" sz="1800" b="1"/>
              <a:t>5. Ghi kết quả:</a:t>
            </a:r>
            <a:r>
              <a:rPr lang="vi-VN" sz="1800" b="0"/>
              <a:t> chỉ lưu khi mọi bước đều đạt, lỗi thì hủy toàn bộ</a:t>
            </a:r>
          </a:p>
          <a:p>
            <a:pPr marL="0" indent="0">
              <a:lnSpc>
                <a:spcPct val="110000"/>
              </a:lnSpc>
              <a:spcAft>
                <a:spcPts val="1000"/>
              </a:spcAft>
              <a:buNone/>
            </a:pPr>
            <a:r>
              <a:rPr lang="vi-VN" sz="1800" b="1"/>
              <a:t>6. Xuất tệp:</a:t>
            </a:r>
            <a:r>
              <a:rPr lang="vi-VN" sz="1800" b="0"/>
              <a:t> tạo file kết quả cho nhà trường và từng CLB</a:t>
            </a:r>
          </a:p>
        </p:txBody>
      </p:sp>
      <p:sp>
        <p:nvSpPr>
          <p:cNvPr id="4" name="TextBox 3"/>
          <p:cNvSpPr txBox="1"/>
          <p:nvPr/>
        </p:nvSpPr>
        <p:spPr>
          <a:xfrm>
            <a:off x="6172200" y="1828800"/>
            <a:ext cx="5184648" cy="2926080"/>
          </a:xfrm>
          <a:prstGeom prst="rect">
            <a:avLst/>
          </a:prstGeom>
          <a:noFill/>
        </p:spPr>
        <p:txBody>
          <a:bodyPr wrap="square" lIns="0" tIns="0" rIns="0" bIns="0">
            <a:spAutoFit/>
          </a:bodyPr>
          <a:lstStyle/>
          <a:p>
            <a:pPr>
              <a:spcAft>
                <a:spcPts val="1000"/>
              </a:spcAft>
            </a:pPr>
            <a:r>
              <a:rPr lang="vi-VN" sz="2000" b="1">
                <a:solidFill>
                  <a:srgbClr val="1F1F1F"/>
                </a:solidFill>
              </a:rPr>
              <a:t>Bước 4 diễn ra thế nào</a:t>
            </a:r>
          </a:p>
          <a:p>
            <a:pPr>
              <a:spcAft>
                <a:spcPts val="600"/>
              </a:spcAft>
            </a:pPr>
            <a:r>
              <a:rPr lang="vi-VN" sz="1500" b="1">
                <a:solidFill>
                  <a:srgbClr val="1F1F1F"/>
                </a:solidFill>
              </a:rPr>
              <a:t>Nộp đơn: </a:t>
            </a:r>
            <a:r>
              <a:rPr lang="vi-VN" sz="1500" b="0">
                <a:solidFill>
                  <a:srgbClr val="1F1F1F"/>
                </a:solidFill>
              </a:rPr>
              <a:t>học sinh nộp đơn vào CLB theo thứ tự nguyện vọng.</a:t>
            </a:r>
          </a:p>
          <a:p>
            <a:pPr>
              <a:spcAft>
                <a:spcPts val="600"/>
              </a:spcAft>
            </a:pPr>
            <a:r>
              <a:rPr lang="vi-VN" sz="1500" b="1">
                <a:solidFill>
                  <a:srgbClr val="1F1F1F"/>
                </a:solidFill>
              </a:rPr>
              <a:t>Xếp hạng hai tầng: </a:t>
            </a:r>
            <a:r>
              <a:rPr lang="vi-VN" sz="1500" b="0">
                <a:solidFill>
                  <a:srgbClr val="1F1F1F"/>
                </a:solidFill>
              </a:rPr>
              <a:t>Tầng 1 là học sinh đã thi, xếp theo điểm; Tầng 2 là học sinh không thi, xếp theo bốc thăm.</a:t>
            </a:r>
          </a:p>
          <a:p>
            <a:pPr>
              <a:spcAft>
                <a:spcPts val="600"/>
              </a:spcAft>
            </a:pPr>
            <a:r>
              <a:rPr lang="vi-VN" sz="1500" b="1">
                <a:solidFill>
                  <a:srgbClr val="1F1F1F"/>
                </a:solidFill>
              </a:rPr>
              <a:t>Suất dự trữ: </a:t>
            </a:r>
            <a:r>
              <a:rPr lang="vi-VN" sz="1500" b="0">
                <a:solidFill>
                  <a:srgbClr val="1F1F1F"/>
                </a:solidFill>
              </a:rPr>
              <a:t>CLB có thể dành trước một số chỗ cho nhóm ưu tiên; không đủ học sinh thuộc nhóm thì chỗ thừa trả lại cho xét chung.</a:t>
            </a:r>
          </a:p>
          <a:p>
            <a:pPr>
              <a:spcAft>
                <a:spcPts val="600"/>
              </a:spcAft>
            </a:pPr>
            <a:r>
              <a:rPr lang="vi-VN" sz="1500" b="1">
                <a:solidFill>
                  <a:srgbClr val="1F1F1F"/>
                </a:solidFill>
              </a:rPr>
              <a:t>Giữ tạm: </a:t>
            </a:r>
            <a:r>
              <a:rPr lang="vi-VN" sz="1500" b="0">
                <a:solidFill>
                  <a:srgbClr val="1F1F1F"/>
                </a:solidFill>
              </a:rPr>
              <a:t>CLB giữ tạm đủ số chỗ, từ chối phần còn lại.</a:t>
            </a:r>
          </a:p>
          <a:p>
            <a:pPr>
              <a:spcAft>
                <a:spcPts val="600"/>
              </a:spcAft>
            </a:pPr>
            <a:r>
              <a:rPr lang="vi-VN" sz="1500" b="1">
                <a:solidFill>
                  <a:srgbClr val="1F1F1F"/>
                </a:solidFill>
              </a:rPr>
              <a:t>Lặp lại: </a:t>
            </a:r>
            <a:r>
              <a:rPr lang="vi-VN" sz="1500" b="0">
                <a:solidFill>
                  <a:srgbClr val="1F1F1F"/>
                </a:solidFill>
              </a:rPr>
              <a:t>học sinh bị từ chối nộp tiếp nguyện vọng sau, tới khi không còn ai nộp.</a:t>
            </a:r>
          </a:p>
        </p:txBody>
      </p:sp>
      <p:sp>
        <p:nvSpPr>
          <p:cNvPr id="5" name="TextBox 4"/>
          <p:cNvSpPr txBox="1"/>
          <p:nvPr/>
        </p:nvSpPr>
        <p:spPr>
          <a:xfrm>
            <a:off x="6172200" y="5029200"/>
            <a:ext cx="5184648" cy="320040"/>
          </a:xfrm>
          <a:prstGeom prst="rect">
            <a:avLst/>
          </a:prstGeom>
          <a:noFill/>
        </p:spPr>
        <p:txBody>
          <a:bodyPr wrap="square" lIns="0" tIns="0" rIns="0" bIns="0"/>
          <a:lstStyle/>
          <a:p>
            <a:pPr marL="0" indent="0" algn="l"/>
            <a:r>
              <a:rPr lang="vi-VN" sz="1500" b="1">
                <a:solidFill>
                  <a:srgbClr val="1F1F1F"/>
                </a:solidFill>
              </a:rPr>
              <a:t>Ví dụ: CLB Tin học có 2 chỗ</a:t>
            </a:r>
          </a:p>
        </p:txBody>
      </p:sp>
      <p:graphicFrame>
        <p:nvGraphicFramePr>
          <p:cNvPr id="6" name="Table 5"/>
          <p:cNvGraphicFramePr>
            <a:graphicFrameLocks noGrp="1"/>
          </p:cNvGraphicFramePr>
          <p:nvPr/>
        </p:nvGraphicFramePr>
        <p:xfrm>
          <a:off x="6172200" y="5349240"/>
          <a:ext cx="5184648" cy="1304544"/>
        </p:xfrm>
        <a:graphic>
          <a:graphicData uri="http://schemas.openxmlformats.org/drawingml/2006/table">
            <a:tbl>
              <a:tblPr>
                <a:tableStyleId>{5940675A-B579-460E-94D1-54222C63F5DA}</a:tableStyleId>
              </a:tblPr>
              <a:tblGrid>
                <a:gridCol w="640080">
                  <a:extLst>
                    <a:ext uri="{9D8B030D-6E8A-4147-A177-3AD203B41FA5}">
                      <a16:colId xmlns:a16="http://schemas.microsoft.com/office/drawing/2014/main" val="20000"/>
                    </a:ext>
                  </a:extLst>
                </a:gridCol>
                <a:gridCol w="2624328">
                  <a:extLst>
                    <a:ext uri="{9D8B030D-6E8A-4147-A177-3AD203B41FA5}">
                      <a16:colId xmlns:a16="http://schemas.microsoft.com/office/drawing/2014/main" val="20001"/>
                    </a:ext>
                  </a:extLst>
                </a:gridCol>
                <a:gridCol w="960120">
                  <a:extLst>
                    <a:ext uri="{9D8B030D-6E8A-4147-A177-3AD203B41FA5}">
                      <a16:colId xmlns:a16="http://schemas.microsoft.com/office/drawing/2014/main" val="20002"/>
                    </a:ext>
                  </a:extLst>
                </a:gridCol>
                <a:gridCol w="960120">
                  <a:extLst>
                    <a:ext uri="{9D8B030D-6E8A-4147-A177-3AD203B41FA5}">
                      <a16:colId xmlns:a16="http://schemas.microsoft.com/office/drawing/2014/main" val="20003"/>
                    </a:ext>
                  </a:extLst>
                </a:gridCol>
              </a:tblGrid>
              <a:tr h="426720">
                <a:tc>
                  <a:txBody>
                    <a:bodyPr/>
                    <a:lstStyle/>
                    <a:p>
                      <a:pPr algn="ctr"/>
                      <a:r>
                        <a:rPr lang="vi-VN" sz="1300" b="1">
                          <a:solidFill>
                            <a:srgbClr val="1F1F1F"/>
                          </a:solidFill>
                        </a:rPr>
                        <a:t>Vòng</a:t>
                      </a:r>
                    </a:p>
                  </a:txBody>
                  <a:tcPr marL="54864" marR="54864" marT="27432" marB="27432"/>
                </a:tc>
                <a:tc>
                  <a:txBody>
                    <a:bodyPr/>
                    <a:lstStyle/>
                    <a:p>
                      <a:r>
                        <a:rPr lang="vi-VN" sz="1300" b="1">
                          <a:solidFill>
                            <a:srgbClr val="1F1F1F"/>
                          </a:solidFill>
                        </a:rPr>
                        <a:t>Đơn đang xét</a:t>
                      </a:r>
                    </a:p>
                  </a:txBody>
                  <a:tcPr marL="54864" marR="54864" marT="27432" marB="27432"/>
                </a:tc>
                <a:tc>
                  <a:txBody>
                    <a:bodyPr/>
                    <a:lstStyle/>
                    <a:p>
                      <a:r>
                        <a:rPr lang="vi-VN" sz="1300" b="1">
                          <a:solidFill>
                            <a:srgbClr val="1F1F1F"/>
                          </a:solidFill>
                        </a:rPr>
                        <a:t>Giữ tạm</a:t>
                      </a:r>
                    </a:p>
                  </a:txBody>
                  <a:tcPr marL="54864" marR="54864" marT="27432" marB="27432"/>
                </a:tc>
                <a:tc>
                  <a:txBody>
                    <a:bodyPr/>
                    <a:lstStyle/>
                    <a:p>
                      <a:r>
                        <a:rPr lang="vi-VN" sz="1300" b="1">
                          <a:solidFill>
                            <a:srgbClr val="1F1F1F"/>
                          </a:solidFill>
                        </a:rPr>
                        <a:t>Bị từ chối</a:t>
                      </a:r>
                    </a:p>
                  </a:txBody>
                  <a:tcPr marL="54864" marR="54864" marT="27432" marB="27432"/>
                </a:tc>
                <a:extLst>
                  <a:ext uri="{0D108BD9-81ED-4DB2-BD59-A6C34878D82A}">
                    <a16:rowId xmlns:a16="http://schemas.microsoft.com/office/drawing/2014/main" val="10000"/>
                  </a:ext>
                </a:extLst>
              </a:tr>
              <a:tr h="426720">
                <a:tc>
                  <a:txBody>
                    <a:bodyPr/>
                    <a:lstStyle/>
                    <a:p>
                      <a:pPr algn="ctr"/>
                      <a:r>
                        <a:rPr lang="vi-VN" sz="1300" b="0">
                          <a:solidFill>
                            <a:srgbClr val="1F1F1F"/>
                          </a:solidFill>
                        </a:rPr>
                        <a:t>1</a:t>
                      </a:r>
                    </a:p>
                  </a:txBody>
                  <a:tcPr marL="54864" marR="54864" marT="27432" marB="27432"/>
                </a:tc>
                <a:tc>
                  <a:txBody>
                    <a:bodyPr/>
                    <a:lstStyle/>
                    <a:p>
                      <a:r>
                        <a:rPr lang="vi-VN" sz="1300" b="0">
                          <a:solidFill>
                            <a:srgbClr val="1F1F1F"/>
                          </a:solidFill>
                        </a:rPr>
                        <a:t>An (thi, 8 điểm), Chi (thi, 7 điểm), Bình (không thi)</a:t>
                      </a:r>
                    </a:p>
                  </a:txBody>
                  <a:tcPr marL="54864" marR="54864" marT="27432" marB="27432"/>
                </a:tc>
                <a:tc>
                  <a:txBody>
                    <a:bodyPr/>
                    <a:lstStyle/>
                    <a:p>
                      <a:r>
                        <a:rPr lang="vi-VN" sz="1300" b="0">
                          <a:solidFill>
                            <a:srgbClr val="1F1F1F"/>
                          </a:solidFill>
                        </a:rPr>
                        <a:t>An, Chi</a:t>
                      </a:r>
                    </a:p>
                  </a:txBody>
                  <a:tcPr marL="54864" marR="54864" marT="27432" marB="27432"/>
                </a:tc>
                <a:tc>
                  <a:txBody>
                    <a:bodyPr/>
                    <a:lstStyle/>
                    <a:p>
                      <a:r>
                        <a:rPr lang="vi-VN" sz="1300" b="0">
                          <a:solidFill>
                            <a:srgbClr val="1F1F1F"/>
                          </a:solidFill>
                        </a:rPr>
                        <a:t>Bình</a:t>
                      </a:r>
                    </a:p>
                  </a:txBody>
                  <a:tcPr marL="54864" marR="54864" marT="27432" marB="27432"/>
                </a:tc>
                <a:extLst>
                  <a:ext uri="{0D108BD9-81ED-4DB2-BD59-A6C34878D82A}">
                    <a16:rowId xmlns:a16="http://schemas.microsoft.com/office/drawing/2014/main" val="10001"/>
                  </a:ext>
                </a:extLst>
              </a:tr>
              <a:tr h="426720">
                <a:tc>
                  <a:txBody>
                    <a:bodyPr/>
                    <a:lstStyle/>
                    <a:p>
                      <a:pPr algn="ctr"/>
                      <a:r>
                        <a:rPr lang="vi-VN" sz="1300" b="0">
                          <a:solidFill>
                            <a:srgbClr val="1F1F1F"/>
                          </a:solidFill>
                        </a:rPr>
                        <a:t>2</a:t>
                      </a:r>
                    </a:p>
                  </a:txBody>
                  <a:tcPr marL="54864" marR="54864" marT="27432" marB="27432"/>
                </a:tc>
                <a:tc>
                  <a:txBody>
                    <a:bodyPr/>
                    <a:lstStyle/>
                    <a:p>
                      <a:r>
                        <a:rPr lang="vi-VN" sz="1300" b="0">
                          <a:solidFill>
                            <a:srgbClr val="1F1F1F"/>
                          </a:solidFill>
                        </a:rPr>
                        <a:t>Thêm Dũng (thi, 9 điểm)</a:t>
                      </a:r>
                    </a:p>
                  </a:txBody>
                  <a:tcPr marL="54864" marR="54864" marT="27432" marB="27432"/>
                </a:tc>
                <a:tc>
                  <a:txBody>
                    <a:bodyPr/>
                    <a:lstStyle/>
                    <a:p>
                      <a:r>
                        <a:rPr lang="vi-VN" sz="1300" b="0">
                          <a:solidFill>
                            <a:srgbClr val="1F1F1F"/>
                          </a:solidFill>
                        </a:rPr>
                        <a:t>Dũng, An</a:t>
                      </a:r>
                    </a:p>
                  </a:txBody>
                  <a:tcPr marL="54864" marR="54864" marT="27432" marB="27432"/>
                </a:tc>
                <a:tc>
                  <a:txBody>
                    <a:bodyPr/>
                    <a:lstStyle/>
                    <a:p>
                      <a:r>
                        <a:rPr lang="vi-VN" sz="1300" b="0">
                          <a:solidFill>
                            <a:srgbClr val="1F1F1F"/>
                          </a:solidFill>
                        </a:rPr>
                        <a:t>Chi</a:t>
                      </a:r>
                    </a:p>
                  </a:txBody>
                  <a:tcPr marL="54864" marR="54864" marT="27432" marB="27432"/>
                </a:tc>
                <a:extLst>
                  <a:ext uri="{0D108BD9-81ED-4DB2-BD59-A6C34878D82A}">
                    <a16:rowId xmlns:a16="http://schemas.microsoft.com/office/drawing/2014/main" val="10002"/>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8F3ED"/>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32FEA5-37DE-2025-46C4-C5C7E5C675D6}"/>
              </a:ext>
            </a:extLst>
          </p:cNvPr>
          <p:cNvSpPr>
            <a:spLocks noGrp="1"/>
          </p:cNvSpPr>
          <p:nvPr>
            <p:ph type="title"/>
          </p:nvPr>
        </p:nvSpPr>
        <p:spPr/>
        <p:txBody>
          <a:bodyPr/>
          <a:lstStyle/>
          <a:p>
            <a:r>
              <a:rPr lang="vi-VN"/>
              <a:t>Thông số đầu đủ</a:t>
            </a:r>
          </a:p>
        </p:txBody>
      </p:sp>
      <p:sp>
        <p:nvSpPr>
          <p:cNvPr id="3" name="Content Placeholder 2">
            <a:extLst>
              <a:ext uri="{FF2B5EF4-FFF2-40B4-BE49-F238E27FC236}">
                <a16:creationId xmlns:a16="http://schemas.microsoft.com/office/drawing/2014/main" id="{105DC52C-12DF-E812-8654-D1DBCCBDA6CC}"/>
              </a:ext>
            </a:extLst>
          </p:cNvPr>
          <p:cNvSpPr>
            <a:spLocks noGrp="1"/>
          </p:cNvSpPr>
          <p:nvPr>
            <p:ph idx="1"/>
          </p:nvPr>
        </p:nvSpPr>
        <p:spPr>
          <a:xfrm>
            <a:off x="841248" y="1783080"/>
            <a:ext cx="4572000" cy="1874519"/>
          </a:xfrm>
        </p:spPr>
        <p:txBody>
          <a:bodyPr>
            <a:normAutofit lnSpcReduction="10000"/>
          </a:bodyPr>
          <a:lstStyle/>
          <a:p>
            <a:pPr>
              <a:lnSpc>
                <a:spcPct val="110000"/>
              </a:lnSpc>
              <a:spcAft>
                <a:spcPts val="1000"/>
              </a:spcAft>
            </a:pPr>
            <a:r>
              <a:rPr lang="vi-VN" sz="2400"/>
              <a:t>Biết rõ mức lấp đầy cụ thể</a:t>
            </a:r>
          </a:p>
          <a:p>
            <a:pPr>
              <a:lnSpc>
                <a:spcPct val="110000"/>
              </a:lnSpc>
              <a:spcAft>
                <a:spcPts val="1000"/>
              </a:spcAft>
            </a:pPr>
            <a:r>
              <a:rPr lang="vi-VN" sz="2400"/>
              <a:t>Phân bổ nguyện vọng</a:t>
            </a:r>
            <a:endParaRPr lang="vi-VN" dirty="0"/>
          </a:p>
          <a:p>
            <a:pPr>
              <a:lnSpc>
                <a:spcPct val="110000"/>
              </a:lnSpc>
              <a:spcAft>
                <a:spcPts val="1000"/>
              </a:spcAft>
            </a:pPr>
            <a:r>
              <a:rPr lang="vi-VN" sz="2400"/>
              <a:t>Số học sinh cụ thể chưa có chỗ</a:t>
            </a:r>
          </a:p>
        </p:txBody>
      </p:sp>
      <p:pic>
        <p:nvPicPr>
          <p:cNvPr id="4" name="Picture 3" descr="el_fillPanel.png"/>
          <p:cNvPicPr>
            <a:picLocks noChangeAspect="1"/>
          </p:cNvPicPr>
          <p:nvPr/>
        </p:nvPicPr>
        <p:blipFill>
          <a:blip r:embed="rId3"/>
          <a:stretch>
            <a:fillRect/>
          </a:stretch>
        </p:blipFill>
        <p:spPr>
          <a:xfrm>
            <a:off x="841248" y="3767328"/>
            <a:ext cx="4480560" cy="2699506"/>
          </a:xfrm>
          <a:prstGeom prst="rect">
            <a:avLst/>
          </a:prstGeom>
          <a:ln w="9525">
            <a:solidFill>
              <a:srgbClr val="D0D0D0"/>
            </a:solidFill>
          </a:ln>
        </p:spPr>
      </p:pic>
      <p:pic>
        <p:nvPicPr>
          <p:cNvPr id="5" name="Picture 4" descr="el_clb_c.png"/>
          <p:cNvPicPr>
            <a:picLocks noChangeAspect="1"/>
          </p:cNvPicPr>
          <p:nvPr/>
        </p:nvPicPr>
        <p:blipFill>
          <a:blip r:embed="rId4"/>
          <a:stretch>
            <a:fillRect/>
          </a:stretch>
        </p:blipFill>
        <p:spPr>
          <a:xfrm>
            <a:off x="5577840" y="1783080"/>
            <a:ext cx="5779008" cy="3016694"/>
          </a:xfrm>
          <a:prstGeom prst="rect">
            <a:avLst/>
          </a:prstGeom>
          <a:ln w="9525">
            <a:solidFill>
              <a:srgbClr val="D0D0D0"/>
            </a:solidFill>
          </a:ln>
        </p:spPr>
      </p:pic>
      <p:pic>
        <p:nvPicPr>
          <p:cNvPr id="6" name="Picture 5" descr="image.png"/>
          <p:cNvPicPr>
            <a:picLocks noChangeAspect="1"/>
          </p:cNvPicPr>
          <p:nvPr/>
        </p:nvPicPr>
        <p:blipFill>
          <a:blip r:embed="rId2"/>
          <a:stretch>
            <a:fillRect/>
          </a:stretch>
        </p:blipFill>
        <p:spPr>
          <a:xfrm>
            <a:off x="5577840" y="4983480"/>
            <a:ext cx="4572000" cy="1443789"/>
          </a:xfrm>
          <a:prstGeom prst="rect">
            <a:avLst/>
          </a:prstGeom>
          <a:ln w="9525">
            <a:solidFill>
              <a:srgbClr val="D0D0D0"/>
            </a:solidFill>
          </a:ln>
        </p:spPr>
      </p:pic>
      <p:sp>
        <p:nvSpPr>
          <p:cNvPr id="7" name="TextBox 6"/>
          <p:cNvSpPr txBox="1"/>
          <p:nvPr/>
        </p:nvSpPr>
        <p:spPr>
          <a:xfrm>
            <a:off x="841248" y="6492240"/>
            <a:ext cx="10515600" cy="256032"/>
          </a:xfrm>
          <a:prstGeom prst="rect">
            <a:avLst/>
          </a:prstGeom>
          <a:noFill/>
        </p:spPr>
        <p:txBody>
          <a:bodyPr wrap="square" lIns="0" rIns="0" tIns="0" bIns="0">
            <a:spAutoFit/>
          </a:bodyPr>
          <a:lstStyle/>
          <a:p>
            <a:r>
              <a:rPr sz="1100" i="1" lang="vi-VN">
                <a:solidFill>
                  <a:srgbClr val="595959"/>
                </a:solidFill>
                <a:latin typeface="Arial"/>
              </a:rPr>
              <a:t>Ảnh chụp từ phần mềm, bộ 140 học sinh, 12 CLB (dữ liệu mô phỏng).</a:t>
            </a:r>
          </a:p>
        </p:txBody>
      </p:sp>
    </p:spTree>
    <p:extLst>
      <p:ext uri="{BB962C8B-B14F-4D97-AF65-F5344CB8AC3E}">
        <p14:creationId xmlns:p14="http://schemas.microsoft.com/office/powerpoint/2010/main" val="15629991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8F3ED"/>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164522-D64D-59BE-2844-B2191806B6A3}"/>
              </a:ext>
            </a:extLst>
          </p:cNvPr>
          <p:cNvSpPr>
            <a:spLocks noGrp="1"/>
          </p:cNvSpPr>
          <p:nvPr>
            <p:ph type="title"/>
          </p:nvPr>
        </p:nvSpPr>
        <p:spPr/>
        <p:txBody>
          <a:bodyPr/>
          <a:lstStyle/>
          <a:p>
            <a:r>
              <a:rPr lang="vi-VN" sz="3800"/>
              <a:t>Thử nghiệm với 140 HS, 12 CLB, 150 suất</a:t>
            </a:r>
            <a:endParaRPr lang="vi-VN" dirty="0"/>
          </a:p>
        </p:txBody>
      </p:sp>
      <p:pic>
        <p:nvPicPr>
          <p:cNvPr id="3" name="Picture 2" descr="c_sach_results.png"/>
          <p:cNvPicPr>
            <a:picLocks noChangeAspect="1"/>
          </p:cNvPicPr>
          <p:nvPr/>
        </p:nvPicPr>
        <p:blipFill>
          <a:blip r:embed="rId3"/>
          <a:stretch>
            <a:fillRect/>
          </a:stretch>
        </p:blipFill>
        <p:spPr>
          <a:xfrm>
            <a:off x="841248" y="1783080"/>
            <a:ext cx="5120640" cy="3778679"/>
          </a:xfrm>
          <a:prstGeom prst="rect">
            <a:avLst/>
          </a:prstGeom>
          <a:ln w="9525">
            <a:solidFill>
              <a:srgbClr val="D0D0D0"/>
            </a:solidFill>
          </a:ln>
        </p:spPr>
      </p:pic>
      <p:sp>
        <p:nvSpPr>
          <p:cNvPr id="4" name="TextBox 3"/>
          <p:cNvSpPr txBox="1"/>
          <p:nvPr/>
        </p:nvSpPr>
        <p:spPr>
          <a:xfrm>
            <a:off x="841248" y="5634911"/>
            <a:ext cx="5120640" cy="274320"/>
          </a:xfrm>
          <a:prstGeom prst="rect">
            <a:avLst/>
          </a:prstGeom>
          <a:noFill/>
        </p:spPr>
        <p:txBody>
          <a:bodyPr wrap="square" lIns="0" tIns="0" rIns="0" bIns="0">
            <a:spAutoFit/>
          </a:bodyPr>
          <a:lstStyle/>
          <a:p>
            <a:r>
              <a:rPr lang="vi-VN" sz="1100" b="0" i="1">
                <a:solidFill>
                  <a:srgbClr val="595959"/>
                </a:solidFill>
                <a:latin typeface="Arial"/>
              </a:rPr>
              <a:t>Màn hình Kết quả của phần mềm. Xanh: xét chung. Vàng: vào bằng suất dự trữ.</a:t>
            </a:r>
          </a:p>
        </p:txBody>
      </p:sp>
      <p:sp>
        <p:nvSpPr>
          <p:cNvPr id="5" name="TextBox 4"/>
          <p:cNvSpPr txBox="1"/>
          <p:nvPr/>
        </p:nvSpPr>
        <p:spPr>
          <a:xfrm>
            <a:off x="6355080" y="1783080"/>
            <a:ext cx="2377440" cy="457200"/>
          </a:xfrm>
          <a:prstGeom prst="rect">
            <a:avLst/>
          </a:prstGeom>
          <a:noFill/>
        </p:spPr>
        <p:txBody>
          <a:bodyPr wrap="square" lIns="0" tIns="0" rIns="0" bIns="0">
            <a:spAutoFit/>
          </a:bodyPr>
          <a:lstStyle/>
          <a:p>
            <a:r>
              <a:rPr lang="vi-VN" sz="2600" b="1" i="0">
                <a:solidFill>
                  <a:srgbClr val="3F6B52"/>
                </a:solidFill>
                <a:latin typeface="Arial"/>
              </a:rPr>
              <a:t>140/140</a:t>
            </a:r>
          </a:p>
        </p:txBody>
      </p:sp>
      <p:sp>
        <p:nvSpPr>
          <p:cNvPr id="6" name="TextBox 5"/>
          <p:cNvSpPr txBox="1"/>
          <p:nvPr/>
        </p:nvSpPr>
        <p:spPr>
          <a:xfrm>
            <a:off x="6355080" y="2240280"/>
            <a:ext cx="2377440" cy="320040"/>
          </a:xfrm>
          <a:prstGeom prst="rect">
            <a:avLst/>
          </a:prstGeom>
          <a:noFill/>
        </p:spPr>
        <p:txBody>
          <a:bodyPr wrap="square" lIns="0" tIns="0" rIns="0" bIns="0">
            <a:spAutoFit/>
          </a:bodyPr>
          <a:lstStyle/>
          <a:p>
            <a:r>
              <a:rPr lang="vi-VN" sz="1200" b="0" i="0">
                <a:solidFill>
                  <a:srgbClr val="595959"/>
                </a:solidFill>
                <a:latin typeface="Arial"/>
              </a:rPr>
              <a:t>học sinh có CLB</a:t>
            </a:r>
          </a:p>
        </p:txBody>
      </p:sp>
      <p:sp>
        <p:nvSpPr>
          <p:cNvPr id="7" name="TextBox 6"/>
          <p:cNvSpPr txBox="1"/>
          <p:nvPr/>
        </p:nvSpPr>
        <p:spPr>
          <a:xfrm>
            <a:off x="8869680" y="1783080"/>
            <a:ext cx="2377440" cy="457200"/>
          </a:xfrm>
          <a:prstGeom prst="rect">
            <a:avLst/>
          </a:prstGeom>
          <a:noFill/>
        </p:spPr>
        <p:txBody>
          <a:bodyPr wrap="square" lIns="0" tIns="0" rIns="0" bIns="0">
            <a:spAutoFit/>
          </a:bodyPr>
          <a:lstStyle/>
          <a:p>
            <a:r>
              <a:rPr lang="vi-VN" sz="2600" b="1" i="0">
                <a:solidFill>
                  <a:srgbClr val="3F6B52"/>
                </a:solidFill>
                <a:latin typeface="Arial"/>
              </a:rPr>
              <a:t>39%</a:t>
            </a:r>
          </a:p>
        </p:txBody>
      </p:sp>
      <p:sp>
        <p:nvSpPr>
          <p:cNvPr id="8" name="TextBox 7"/>
          <p:cNvSpPr txBox="1"/>
          <p:nvPr/>
        </p:nvSpPr>
        <p:spPr>
          <a:xfrm>
            <a:off x="8869680" y="2240280"/>
            <a:ext cx="2377440" cy="320040"/>
          </a:xfrm>
          <a:prstGeom prst="rect">
            <a:avLst/>
          </a:prstGeom>
          <a:noFill/>
        </p:spPr>
        <p:txBody>
          <a:bodyPr wrap="square" lIns="0" tIns="0" rIns="0" bIns="0">
            <a:spAutoFit/>
          </a:bodyPr>
          <a:lstStyle/>
          <a:p>
            <a:r>
              <a:rPr lang="vi-VN" sz="1200" b="0" i="0">
                <a:solidFill>
                  <a:srgbClr val="595959"/>
                </a:solidFill>
                <a:latin typeface="Arial"/>
              </a:rPr>
              <a:t>được nguyện vọng 1</a:t>
            </a:r>
          </a:p>
        </p:txBody>
      </p:sp>
      <p:sp>
        <p:nvSpPr>
          <p:cNvPr id="9" name="TextBox 8"/>
          <p:cNvSpPr txBox="1"/>
          <p:nvPr/>
        </p:nvSpPr>
        <p:spPr>
          <a:xfrm>
            <a:off x="6355080" y="2651760"/>
            <a:ext cx="2377440" cy="457200"/>
          </a:xfrm>
          <a:prstGeom prst="rect">
            <a:avLst/>
          </a:prstGeom>
          <a:noFill/>
        </p:spPr>
        <p:txBody>
          <a:bodyPr wrap="square" lIns="0" tIns="0" rIns="0" bIns="0">
            <a:spAutoFit/>
          </a:bodyPr>
          <a:lstStyle/>
          <a:p>
            <a:r>
              <a:rPr lang="vi-VN" sz="2600" b="1" i="0">
                <a:solidFill>
                  <a:srgbClr val="3F6B52"/>
                </a:solidFill>
                <a:latin typeface="Arial"/>
              </a:rPr>
              <a:t>16</a:t>
            </a:r>
          </a:p>
        </p:txBody>
      </p:sp>
      <p:sp>
        <p:nvSpPr>
          <p:cNvPr id="10" name="TextBox 9"/>
          <p:cNvSpPr txBox="1"/>
          <p:nvPr/>
        </p:nvSpPr>
        <p:spPr>
          <a:xfrm>
            <a:off x="6355080" y="3108960"/>
            <a:ext cx="2377440" cy="320040"/>
          </a:xfrm>
          <a:prstGeom prst="rect">
            <a:avLst/>
          </a:prstGeom>
          <a:noFill/>
        </p:spPr>
        <p:txBody>
          <a:bodyPr wrap="square" lIns="0" tIns="0" rIns="0" bIns="0">
            <a:spAutoFit/>
          </a:bodyPr>
          <a:lstStyle/>
          <a:p>
            <a:r>
              <a:rPr lang="vi-VN" sz="1200" b="0" i="0">
                <a:solidFill>
                  <a:srgbClr val="595959"/>
                </a:solidFill>
                <a:latin typeface="Arial"/>
              </a:rPr>
              <a:t>học sinh vào bằng suất dự trữ</a:t>
            </a:r>
          </a:p>
        </p:txBody>
      </p:sp>
      <p:sp>
        <p:nvSpPr>
          <p:cNvPr id="11" name="TextBox 10"/>
          <p:cNvSpPr txBox="1"/>
          <p:nvPr/>
        </p:nvSpPr>
        <p:spPr>
          <a:xfrm>
            <a:off x="8869680" y="2651760"/>
            <a:ext cx="2377440" cy="457200"/>
          </a:xfrm>
          <a:prstGeom prst="rect">
            <a:avLst/>
          </a:prstGeom>
          <a:noFill/>
        </p:spPr>
        <p:txBody>
          <a:bodyPr wrap="square" lIns="0" tIns="0" rIns="0" bIns="0">
            <a:spAutoFit/>
          </a:bodyPr>
          <a:lstStyle/>
          <a:p>
            <a:r>
              <a:rPr lang="vi-VN" sz="2600" b="1" i="0">
                <a:solidFill>
                  <a:srgbClr val="3F6B52"/>
                </a:solidFill>
                <a:latin typeface="Arial"/>
              </a:rPr>
              <a:t>0,02 giây</a:t>
            </a:r>
          </a:p>
        </p:txBody>
      </p:sp>
      <p:sp>
        <p:nvSpPr>
          <p:cNvPr id="12" name="TextBox 11"/>
          <p:cNvSpPr txBox="1"/>
          <p:nvPr/>
        </p:nvSpPr>
        <p:spPr>
          <a:xfrm>
            <a:off x="8869680" y="3108960"/>
            <a:ext cx="2377440" cy="320040"/>
          </a:xfrm>
          <a:prstGeom prst="rect">
            <a:avLst/>
          </a:prstGeom>
          <a:noFill/>
        </p:spPr>
        <p:txBody>
          <a:bodyPr wrap="square" lIns="0" tIns="0" rIns="0" bIns="0">
            <a:spAutoFit/>
          </a:bodyPr>
          <a:lstStyle/>
          <a:p>
            <a:r>
              <a:rPr lang="vi-VN" sz="1200" b="0" i="0">
                <a:solidFill>
                  <a:srgbClr val="595959"/>
                </a:solidFill>
                <a:latin typeface="Arial"/>
              </a:rPr>
              <a:t>thời gian chạy sắp xếp</a:t>
            </a:r>
          </a:p>
        </p:txBody>
      </p:sp>
      <p:graphicFrame>
        <p:nvGraphicFramePr>
          <p:cNvPr id="13" name="Chart 12"/>
          <p:cNvGraphicFramePr>
            <a:graphicFrameLocks noGrp="1"/>
          </p:cNvGraphicFramePr>
          <p:nvPr/>
        </p:nvGraphicFramePr>
        <p:xfrm>
          <a:off x="6355080" y="3611880"/>
          <a:ext cx="5001768" cy="2331720"/>
        </p:xfrm>
        <a:graphic>
          <a:graphicData uri="http://schemas.openxmlformats.org/drawingml/2006/chart">
            <c:chart xmlns:c="http://schemas.openxmlformats.org/drawingml/2006/chart" xmlns:r="http://schemas.openxmlformats.org/officeDocument/2006/relationships" r:id="rId4"/>
          </a:graphicData>
        </a:graphic>
      </p:graphicFrame>
      <p:sp>
        <p:nvSpPr>
          <p:cNvPr id="14" name="TextBox 13"/>
          <p:cNvSpPr txBox="1"/>
          <p:nvPr/>
        </p:nvSpPr>
        <p:spPr>
          <a:xfrm>
            <a:off x="841248" y="6144768"/>
            <a:ext cx="10515600" cy="274320"/>
          </a:xfrm>
          <a:prstGeom prst="rect">
            <a:avLst/>
          </a:prstGeom>
          <a:noFill/>
        </p:spPr>
        <p:txBody>
          <a:bodyPr wrap="square" lIns="0" tIns="0" rIns="0" bIns="0">
            <a:spAutoFit/>
          </a:bodyPr>
          <a:lstStyle/>
          <a:p>
            <a:r>
              <a:rPr lang="vi-VN" sz="1100" b="0" i="1">
                <a:solidFill>
                  <a:srgbClr val="B84A3E"/>
                </a:solidFill>
                <a:latin typeface="Arial"/>
              </a:rPr>
              <a:t>Dữ liệu mô phỏng do máy tạo ra (bộ bo_sach), không phải học sinh thật. Mỗi học sinh thi 4 CLB và ghi 6 nguyện vọng.</a:t>
            </a:r>
          </a:p>
        </p:txBody>
      </p:sp>
    </p:spTree>
    <p:extLst>
      <p:ext uri="{BB962C8B-B14F-4D97-AF65-F5344CB8AC3E}">
        <p14:creationId xmlns:p14="http://schemas.microsoft.com/office/powerpoint/2010/main" val="6034835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8F3ED"/>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D7EA77-B499-B89C-F3A5-57074CDEE67E}"/>
              </a:ext>
            </a:extLst>
          </p:cNvPr>
          <p:cNvSpPr>
            <a:spLocks noGrp="1"/>
          </p:cNvSpPr>
          <p:nvPr>
            <p:ph type="title"/>
          </p:nvPr>
        </p:nvSpPr>
        <p:spPr/>
        <p:txBody>
          <a:bodyPr/>
          <a:lstStyle/>
          <a:p>
            <a:r>
              <a:rPr lang="vi-VN"/>
              <a:t>Số liệu chứng minh công bằng</a:t>
            </a:r>
            <a:endParaRPr lang="vi-VN" dirty="0"/>
          </a:p>
        </p:txBody>
      </p:sp>
      <p:sp>
        <p:nvSpPr>
          <p:cNvPr id="3" name="Content Placeholder 2">
            <a:extLst>
              <a:ext uri="{FF2B5EF4-FFF2-40B4-BE49-F238E27FC236}">
                <a16:creationId xmlns:a16="http://schemas.microsoft.com/office/drawing/2014/main" id="{1403EA8F-8A5D-9DCB-17FE-E89082138456}"/>
              </a:ext>
            </a:extLst>
          </p:cNvPr>
          <p:cNvSpPr>
            <a:spLocks noGrp="1"/>
          </p:cNvSpPr>
          <p:nvPr>
            <p:ph idx="1"/>
          </p:nvPr>
        </p:nvSpPr>
        <p:spPr>
          <a:xfrm>
            <a:off x="841248" y="1828800"/>
            <a:ext cx="4846320" cy="4389120"/>
          </a:xfrm>
        </p:spPr>
        <p:txBody>
          <a:bodyPr/>
          <a:lstStyle/>
          <a:p>
            <a:pPr>
              <a:lnSpc>
                <a:spcPct val="110000"/>
              </a:lnSpc>
              <a:spcAft>
                <a:spcPts val="1800"/>
              </a:spcAft>
            </a:pPr>
            <a:r>
              <a:rPr lang="vi-VN" sz="2600" b="1"/>
              <a:t>0</a:t>
            </a:r>
            <a:r>
              <a:rPr lang="vi-VN" sz="2600"/>
              <a:t> cặp học sinh và CLB muốn đổi kết quả</a:t>
            </a:r>
          </a:p>
          <a:p>
            <a:pPr>
              <a:lnSpc>
                <a:spcPct val="110000"/>
              </a:lnSpc>
              <a:spcAft>
                <a:spcPts val="1800"/>
              </a:spcAft>
            </a:pPr>
            <a:r>
              <a:rPr lang="vi-VN" sz="2600"/>
              <a:t>Chỉ </a:t>
            </a:r>
            <a:r>
              <a:rPr lang="vi-VN" sz="2600" b="1"/>
              <a:t>1,1%</a:t>
            </a:r>
            <a:r>
              <a:rPr lang="vi-VN" sz="2600"/>
              <a:t> số học sinh có chỗ hay không phụ thuộc bốc thăm</a:t>
            </a:r>
            <a:endParaRPr lang="vi-VN" dirty="0"/>
          </a:p>
          <a:p>
            <a:pPr>
              <a:lnSpc>
                <a:spcPct val="110000"/>
              </a:lnSpc>
              <a:spcAft>
                <a:spcPts val="1800"/>
              </a:spcAft>
            </a:pPr>
            <a:r>
              <a:rPr lang="vi-VN" sz="2600" b="1"/>
              <a:t>757</a:t>
            </a:r>
            <a:r>
              <a:rPr lang="vi-VN" sz="2600"/>
              <a:t> bài kiểm thử tự động đều đạt, đảm bảo phần mềm hoạt động đúng</a:t>
            </a:r>
            <a:endParaRPr lang="vi-VN" dirty="0"/>
          </a:p>
        </p:txBody>
      </p:sp>
      <p:sp>
        <p:nvSpPr>
          <p:cNvPr id="4" name="TextBox 3"/>
          <p:cNvSpPr txBox="1"/>
          <p:nvPr/>
        </p:nvSpPr>
        <p:spPr>
          <a:xfrm>
            <a:off x="5989320" y="1828800"/>
            <a:ext cx="5367528" cy="365760"/>
          </a:xfrm>
          <a:prstGeom prst="rect">
            <a:avLst/>
          </a:prstGeom>
          <a:noFill/>
        </p:spPr>
        <p:txBody>
          <a:bodyPr wrap="square" lIns="0" rIns="0" tIns="0" bIns="0">
            <a:spAutoFit/>
          </a:bodyPr>
          <a:lstStyle/>
          <a:p>
            <a:r>
              <a:rPr sz="1600" b="1" i="0" lang="vi-VN">
                <a:solidFill>
                  <a:srgbClr val="1F1F1F"/>
                </a:solidFill>
                <a:latin typeface="Arial"/>
              </a:rPr>
              <a:t>Đổi số bốc thăm 200 lần trên mỗi bộ dữ liệu</a:t>
            </a:r>
          </a:p>
        </p:txBody>
      </p:sp>
      <p:graphicFrame>
        <p:nvGraphicFramePr>
          <p:cNvPr id="5" name="Table 4"/>
          <p:cNvGraphicFramePr>
            <a:graphicFrameLocks noGrp="1"/>
          </p:cNvGraphicFramePr>
          <p:nvPr/>
        </p:nvGraphicFramePr>
        <p:xfrm>
          <a:off x="5989320" y="2286000"/>
          <a:ext cx="5367528" cy="2011680"/>
        </p:xfrm>
        <a:graphic>
          <a:graphicData uri="http://schemas.openxmlformats.org/drawingml/2006/table">
            <a:tbl>
              <a:tblPr firstRow="0" bandRow="0">
                <a:tableStyleId>{5940675A-B579-460E-94D1-54222C63F5DA}</a:tableStyleId>
              </a:tblPr>
              <a:tblGrid>
                <a:gridCol w="1481328"/>
                <a:gridCol w="868680"/>
                <a:gridCol w="1234440"/>
                <a:gridCol w="1783080"/>
              </a:tblGrid>
              <a:tr h="402336">
                <a:tc>
                  <a:txBody>
                    <a:bodyPr/>
                    <a:lstStyle/>
                    <a:p>
                      <a:pPr algn="l"/>
                      <a:r>
                        <a:rPr sz="1400" b="1" lang="vi-VN">
                          <a:solidFill>
                            <a:srgbClr val="1F1F1F"/>
                          </a:solidFill>
                        </a:rPr>
                        <a:t>Bộ dữ liệu</a:t>
                      </a:r>
                    </a:p>
                  </a:txBody>
                  <a:tcPr marL="73152" marR="73152"/>
                </a:tc>
                <a:tc>
                  <a:txBody>
                    <a:bodyPr/>
                    <a:lstStyle/>
                    <a:p>
                      <a:pPr algn="r"/>
                      <a:r>
                        <a:rPr sz="1400" b="1" lang="vi-VN">
                          <a:solidFill>
                            <a:srgbClr val="1F1F1F"/>
                          </a:solidFill>
                        </a:rPr>
                        <a:t>Học sinh</a:t>
                      </a:r>
                    </a:p>
                  </a:txBody>
                  <a:tcPr marL="73152" marR="73152"/>
                </a:tc>
                <a:tc>
                  <a:txBody>
                    <a:bodyPr/>
                    <a:lstStyle/>
                    <a:p>
                      <a:pPr algn="r"/>
                      <a:r>
                        <a:rPr sz="1400" b="1" lang="vi-VN">
                          <a:solidFill>
                            <a:srgbClr val="1F1F1F"/>
                          </a:solidFill>
                        </a:rPr>
                        <a:t>Cặp phá vỡ</a:t>
                      </a:r>
                    </a:p>
                  </a:txBody>
                  <a:tcPr marL="73152" marR="73152"/>
                </a:tc>
                <a:tc>
                  <a:txBody>
                    <a:bodyPr/>
                    <a:lstStyle/>
                    <a:p>
                      <a:pPr algn="r"/>
                      <a:r>
                        <a:rPr sz="1400" b="1" lang="vi-VN">
                          <a:solidFill>
                            <a:srgbClr val="1F1F1F"/>
                          </a:solidFill>
                        </a:rPr>
                        <a:t>Phụ thuộc bốc thăm</a:t>
                      </a:r>
                    </a:p>
                  </a:txBody>
                  <a:tcPr marL="73152" marR="73152"/>
                </a:tc>
              </a:tr>
              <a:tr h="402336">
                <a:tc>
                  <a:txBody>
                    <a:bodyPr/>
                    <a:lstStyle/>
                    <a:p>
                      <a:pPr algn="l"/>
                      <a:r>
                        <a:rPr sz="1400" b="0" lang="vi-VN">
                          <a:solidFill>
                            <a:srgbClr val="1F1F1F"/>
                          </a:solidFill>
                        </a:rPr>
                        <a:t>Bộ ví dụ</a:t>
                      </a:r>
                    </a:p>
                  </a:txBody>
                  <a:tcPr marL="73152" marR="73152"/>
                </a:tc>
                <a:tc>
                  <a:txBody>
                    <a:bodyPr/>
                    <a:lstStyle/>
                    <a:p>
                      <a:pPr algn="r"/>
                      <a:r>
                        <a:rPr sz="1400" b="0" lang="vi-VN">
                          <a:solidFill>
                            <a:srgbClr val="1F1F1F"/>
                          </a:solidFill>
                        </a:rPr>
                        <a:t>10</a:t>
                      </a:r>
                    </a:p>
                  </a:txBody>
                  <a:tcPr marL="73152" marR="73152"/>
                </a:tc>
                <a:tc>
                  <a:txBody>
                    <a:bodyPr/>
                    <a:lstStyle/>
                    <a:p>
                      <a:pPr algn="r"/>
                      <a:r>
                        <a:rPr sz="1400" b="0" lang="vi-VN">
                          <a:solidFill>
                            <a:srgbClr val="1F1F1F"/>
                          </a:solidFill>
                        </a:rPr>
                        <a:t>0</a:t>
                      </a:r>
                    </a:p>
                  </a:txBody>
                  <a:tcPr marL="73152" marR="73152"/>
                </a:tc>
                <a:tc>
                  <a:txBody>
                    <a:bodyPr/>
                    <a:lstStyle/>
                    <a:p>
                      <a:pPr algn="r"/>
                      <a:r>
                        <a:rPr sz="1400" b="0" lang="vi-VN">
                          <a:solidFill>
                            <a:srgbClr val="1F1F1F"/>
                          </a:solidFill>
                        </a:rPr>
                        <a:t>0</a:t>
                      </a:r>
                    </a:p>
                  </a:txBody>
                  <a:tcPr marL="73152" marR="73152"/>
                </a:tc>
              </a:tr>
              <a:tr h="402336">
                <a:tc>
                  <a:txBody>
                    <a:bodyPr/>
                    <a:lstStyle/>
                    <a:p>
                      <a:pPr algn="l"/>
                      <a:r>
                        <a:rPr sz="1400" b="0" lang="vi-VN">
                          <a:solidFill>
                            <a:srgbClr val="1F1F1F"/>
                          </a:solidFill>
                        </a:rPr>
                        <a:t>Bộ 140 học sinh</a:t>
                      </a:r>
                    </a:p>
                  </a:txBody>
                  <a:tcPr marL="73152" marR="73152"/>
                </a:tc>
                <a:tc>
                  <a:txBody>
                    <a:bodyPr/>
                    <a:lstStyle/>
                    <a:p>
                      <a:pPr algn="r"/>
                      <a:r>
                        <a:rPr sz="1400" b="0" lang="vi-VN">
                          <a:solidFill>
                            <a:srgbClr val="1F1F1F"/>
                          </a:solidFill>
                        </a:rPr>
                        <a:t>140</a:t>
                      </a:r>
                    </a:p>
                  </a:txBody>
                  <a:tcPr marL="73152" marR="73152"/>
                </a:tc>
                <a:tc>
                  <a:txBody>
                    <a:bodyPr/>
                    <a:lstStyle/>
                    <a:p>
                      <a:pPr algn="r"/>
                      <a:r>
                        <a:rPr sz="1400" b="0" lang="vi-VN">
                          <a:solidFill>
                            <a:srgbClr val="1F1F1F"/>
                          </a:solidFill>
                        </a:rPr>
                        <a:t>0</a:t>
                      </a:r>
                    </a:p>
                  </a:txBody>
                  <a:tcPr marL="73152" marR="73152"/>
                </a:tc>
                <a:tc>
                  <a:txBody>
                    <a:bodyPr/>
                    <a:lstStyle/>
                    <a:p>
                      <a:pPr algn="r"/>
                      <a:r>
                        <a:rPr sz="1400" b="0" lang="vi-VN">
                          <a:solidFill>
                            <a:srgbClr val="1F1F1F"/>
                          </a:solidFill>
                        </a:rPr>
                        <a:t>1</a:t>
                      </a:r>
                    </a:p>
                  </a:txBody>
                  <a:tcPr marL="73152" marR="73152"/>
                </a:tc>
              </a:tr>
              <a:tr h="402336">
                <a:tc>
                  <a:txBody>
                    <a:bodyPr/>
                    <a:lstStyle/>
                    <a:p>
                      <a:pPr algn="l"/>
                      <a:r>
                        <a:rPr sz="1400" b="0" lang="vi-VN">
                          <a:solidFill>
                            <a:srgbClr val="1F1F1F"/>
                          </a:solidFill>
                        </a:rPr>
                        <a:t>Bộ 120 học sinh</a:t>
                      </a:r>
                    </a:p>
                  </a:txBody>
                  <a:tcPr marL="73152" marR="73152"/>
                </a:tc>
                <a:tc>
                  <a:txBody>
                    <a:bodyPr/>
                    <a:lstStyle/>
                    <a:p>
                      <a:pPr algn="r"/>
                      <a:r>
                        <a:rPr sz="1400" b="0" lang="vi-VN">
                          <a:solidFill>
                            <a:srgbClr val="1F1F1F"/>
                          </a:solidFill>
                        </a:rPr>
                        <a:t>120</a:t>
                      </a:r>
                    </a:p>
                  </a:txBody>
                  <a:tcPr marL="73152" marR="73152"/>
                </a:tc>
                <a:tc>
                  <a:txBody>
                    <a:bodyPr/>
                    <a:lstStyle/>
                    <a:p>
                      <a:pPr algn="r"/>
                      <a:r>
                        <a:rPr sz="1400" b="0" lang="vi-VN">
                          <a:solidFill>
                            <a:srgbClr val="1F1F1F"/>
                          </a:solidFill>
                        </a:rPr>
                        <a:t>0</a:t>
                      </a:r>
                    </a:p>
                  </a:txBody>
                  <a:tcPr marL="73152" marR="73152"/>
                </a:tc>
                <a:tc>
                  <a:txBody>
                    <a:bodyPr/>
                    <a:lstStyle/>
                    <a:p>
                      <a:pPr algn="r"/>
                      <a:r>
                        <a:rPr sz="1400" b="0" lang="vi-VN">
                          <a:solidFill>
                            <a:srgbClr val="1F1F1F"/>
                          </a:solidFill>
                        </a:rPr>
                        <a:t>2</a:t>
                      </a:r>
                    </a:p>
                  </a:txBody>
                  <a:tcPr marL="73152" marR="73152"/>
                </a:tc>
              </a:tr>
              <a:tr h="402336">
                <a:tc>
                  <a:txBody>
                    <a:bodyPr/>
                    <a:lstStyle/>
                    <a:p>
                      <a:pPr algn="l"/>
                      <a:r>
                        <a:rPr sz="1400" b="1" lang="vi-VN">
                          <a:solidFill>
                            <a:srgbClr val="1F1F1F"/>
                          </a:solidFill>
                        </a:rPr>
                        <a:t>Tổng</a:t>
                      </a:r>
                    </a:p>
                  </a:txBody>
                  <a:tcPr marL="73152" marR="73152"/>
                </a:tc>
                <a:tc>
                  <a:txBody>
                    <a:bodyPr/>
                    <a:lstStyle/>
                    <a:p>
                      <a:pPr algn="r"/>
                      <a:r>
                        <a:rPr sz="1400" b="1" lang="vi-VN">
                          <a:solidFill>
                            <a:srgbClr val="1F1F1F"/>
                          </a:solidFill>
                        </a:rPr>
                        <a:t>270</a:t>
                      </a:r>
                    </a:p>
                  </a:txBody>
                  <a:tcPr marL="73152" marR="73152"/>
                </a:tc>
                <a:tc>
                  <a:txBody>
                    <a:bodyPr/>
                    <a:lstStyle/>
                    <a:p>
                      <a:pPr algn="r"/>
                      <a:r>
                        <a:rPr sz="1400" b="1" lang="vi-VN">
                          <a:solidFill>
                            <a:srgbClr val="1F1F1F"/>
                          </a:solidFill>
                        </a:rPr>
                        <a:t>0</a:t>
                      </a:r>
                    </a:p>
                  </a:txBody>
                  <a:tcPr marL="73152" marR="73152"/>
                </a:tc>
                <a:tc>
                  <a:txBody>
                    <a:bodyPr/>
                    <a:lstStyle/>
                    <a:p>
                      <a:pPr algn="r"/>
                      <a:r>
                        <a:rPr sz="1400" b="1" lang="vi-VN">
                          <a:solidFill>
                            <a:srgbClr val="1F1F1F"/>
                          </a:solidFill>
                        </a:rPr>
                        <a:t>3 (1,1%)</a:t>
                      </a:r>
                    </a:p>
                  </a:txBody>
                  <a:tcPr marL="73152" marR="73152"/>
                </a:tc>
              </a:tr>
            </a:tbl>
          </a:graphicData>
        </a:graphic>
      </p:graphicFrame>
      <p:sp>
        <p:nvSpPr>
          <p:cNvPr id="6" name="TextBox 5"/>
          <p:cNvSpPr txBox="1"/>
          <p:nvPr/>
        </p:nvSpPr>
        <p:spPr>
          <a:xfrm>
            <a:off x="5989320" y="4526280"/>
            <a:ext cx="5367528" cy="365760"/>
          </a:xfrm>
          <a:prstGeom prst="rect">
            <a:avLst/>
          </a:prstGeom>
          <a:noFill/>
        </p:spPr>
        <p:txBody>
          <a:bodyPr wrap="square" lIns="0" rIns="0" tIns="0" bIns="0">
            <a:spAutoFit/>
          </a:bodyPr>
          <a:lstStyle/>
          <a:p>
            <a:r>
              <a:rPr sz="1500" b="0" i="0" lang="vi-VN">
                <a:solidFill>
                  <a:srgbClr val="1F1F1F"/>
                </a:solidFill>
                <a:latin typeface="Arial"/>
              </a:rPr>
              <a:t>Thử tải 5 000 học sinh, 100 CLB: 0 cặp phá vỡ.</a:t>
            </a:r>
          </a:p>
        </p:txBody>
      </p:sp>
      <p:sp>
        <p:nvSpPr>
          <p:cNvPr id="7" name="TextBox 6"/>
          <p:cNvSpPr txBox="1"/>
          <p:nvPr/>
        </p:nvSpPr>
        <p:spPr>
          <a:xfrm>
            <a:off x="5989320" y="4937760"/>
            <a:ext cx="5367528" cy="365760"/>
          </a:xfrm>
          <a:prstGeom prst="rect">
            <a:avLst/>
          </a:prstGeom>
          <a:noFill/>
        </p:spPr>
        <p:txBody>
          <a:bodyPr wrap="square" lIns="0" rIns="0" tIns="0" bIns="0">
            <a:spAutoFit/>
          </a:bodyPr>
          <a:lstStyle/>
          <a:p>
            <a:r>
              <a:rPr sz="1500" b="0" i="0" lang="vi-VN">
                <a:solidFill>
                  <a:srgbClr val="1F1F1F"/>
                </a:solidFill>
                <a:latin typeface="Arial"/>
              </a:rPr>
              <a:t>Bộ kiểm thử: 757/757 bài đạt.</a:t>
            </a:r>
          </a:p>
        </p:txBody>
      </p:sp>
      <p:sp>
        <p:nvSpPr>
          <p:cNvPr id="8" name="TextBox 7"/>
          <p:cNvSpPr txBox="1"/>
          <p:nvPr/>
        </p:nvSpPr>
        <p:spPr>
          <a:xfrm>
            <a:off x="5989320" y="5669280"/>
            <a:ext cx="5367528" cy="548640"/>
          </a:xfrm>
          <a:prstGeom prst="rect">
            <a:avLst/>
          </a:prstGeom>
          <a:noFill/>
        </p:spPr>
        <p:txBody>
          <a:bodyPr wrap="square" lIns="0" rIns="0" tIns="0" bIns="0">
            <a:spAutoFit/>
          </a:bodyPr>
          <a:lstStyle/>
          <a:p>
            <a:r>
              <a:rPr sz="1200" b="0" i="1" lang="vi-VN">
                <a:solidFill>
                  <a:srgbClr val="595959"/>
                </a:solidFill>
                <a:latin typeface="Arial"/>
              </a:rPr>
              <a:t>Cặp phá vỡ: một học sinh và một CLB cùng muốn bỏ kết quả để chọn nhau. Số đo trên dữ liệu mô phỏng.</a:t>
            </a:r>
          </a:p>
        </p:txBody>
      </p:sp>
    </p:spTree>
    <p:extLst>
      <p:ext uri="{BB962C8B-B14F-4D97-AF65-F5344CB8AC3E}">
        <p14:creationId xmlns:p14="http://schemas.microsoft.com/office/powerpoint/2010/main" val="393121558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8F3ED"/>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BC7C06-118C-D344-F61B-8E28B0441353}"/>
              </a:ext>
            </a:extLst>
          </p:cNvPr>
          <p:cNvSpPr>
            <a:spLocks noGrp="1"/>
          </p:cNvSpPr>
          <p:nvPr>
            <p:ph type="title"/>
          </p:nvPr>
        </p:nvSpPr>
        <p:spPr/>
        <p:txBody>
          <a:bodyPr/>
          <a:lstStyle/>
          <a:p>
            <a:r>
              <a:rPr lang="vi-VN"/>
              <a:t>Phù hợp với nhiều cách tổ chức </a:t>
            </a:r>
          </a:p>
        </p:txBody>
      </p:sp>
      <p:sp>
        <p:nvSpPr>
          <p:cNvPr id="3" name="Content Placeholder 2">
            <a:extLst>
              <a:ext uri="{FF2B5EF4-FFF2-40B4-BE49-F238E27FC236}">
                <a16:creationId xmlns:a16="http://schemas.microsoft.com/office/drawing/2014/main" id="{3A3CE2C8-7F10-102B-237B-6BF6644D3E78}"/>
              </a:ext>
            </a:extLst>
          </p:cNvPr>
          <p:cNvSpPr>
            <a:spLocks noGrp="1"/>
          </p:cNvSpPr>
          <p:nvPr>
            <p:ph idx="1"/>
          </p:nvPr>
        </p:nvSpPr>
        <p:spPr>
          <a:xfrm>
            <a:off x="841248" y="1828800"/>
            <a:ext cx="10515600" cy="2834640"/>
          </a:xfrm>
        </p:spPr>
        <p:txBody>
          <a:bodyPr/>
          <a:lstStyle/>
          <a:p>
            <a:pPr marL="0" indent="0">
              <a:lnSpc>
                <a:spcPct val="110000"/>
              </a:lnSpc>
              <a:spcAft>
                <a:spcPts val="1200"/>
              </a:spcAft>
              <a:buNone/>
            </a:pPr>
            <a:r>
              <a:rPr lang="vi-VN" sz="2800"/>
              <a:t>1. Đa dạng các cách lựa chọn buổi</a:t>
            </a:r>
            <a:endParaRPr lang="vi-VN" dirty="0"/>
          </a:p>
          <a:p>
            <a:pPr marL="0" indent="0">
              <a:lnSpc>
                <a:spcPct val="110000"/>
              </a:lnSpc>
              <a:spcAft>
                <a:spcPts val="1200"/>
              </a:spcAft>
              <a:buNone/>
            </a:pPr>
            <a:r>
              <a:rPr lang="vi-VN" sz="2800"/>
              <a:t>2. Thêm và chỉnh sửa thông số học sinh</a:t>
            </a:r>
            <a:endParaRPr lang="vi-VN" dirty="0"/>
          </a:p>
          <a:p>
            <a:pPr marL="0" indent="0">
              <a:lnSpc>
                <a:spcPct val="110000"/>
              </a:lnSpc>
              <a:spcAft>
                <a:spcPts val="1200"/>
              </a:spcAft>
              <a:buNone/>
            </a:pPr>
            <a:r>
              <a:rPr lang="vi-VN" sz="2800"/>
              <a:t>3. Song ngữ Anh Việt</a:t>
            </a:r>
            <a:endParaRPr lang="vi-VN" dirty="0"/>
          </a:p>
          <a:p>
            <a:pPr marL="0" indent="0">
              <a:lnSpc>
                <a:spcPct val="110000"/>
              </a:lnSpc>
              <a:spcAft>
                <a:spcPts val="1200"/>
              </a:spcAft>
              <a:buNone/>
            </a:pPr>
            <a:r>
              <a:rPr lang="vi-VN" sz="2800"/>
              <a:t>4. Có thể ưu tiên cho các học sinh khó khăn </a:t>
            </a:r>
          </a:p>
        </p:txBody>
      </p:sp>
      <p:pic>
        <p:nvPicPr>
          <p:cNvPr id="4" name="Picture 3" descr="el_buoi.png"/>
          <p:cNvPicPr>
            <a:picLocks noChangeAspect="1"/>
          </p:cNvPicPr>
          <p:nvPr/>
        </p:nvPicPr>
        <p:blipFill>
          <a:blip r:embed="rId2"/>
          <a:stretch>
            <a:fillRect/>
          </a:stretch>
        </p:blipFill>
        <p:spPr>
          <a:xfrm>
            <a:off x="841248" y="4800600"/>
            <a:ext cx="8046720" cy="1076998"/>
          </a:xfrm>
          <a:prstGeom prst="rect">
            <a:avLst/>
          </a:prstGeom>
          <a:ln w="9525">
            <a:solidFill>
              <a:srgbClr val="D0D0D0"/>
            </a:solidFill>
          </a:ln>
        </p:spPr>
      </p:pic>
      <p:sp>
        <p:nvSpPr>
          <p:cNvPr id="5" name="TextBox 4"/>
          <p:cNvSpPr txBox="1"/>
          <p:nvPr/>
        </p:nvSpPr>
        <p:spPr>
          <a:xfrm>
            <a:off x="841248" y="5969038"/>
            <a:ext cx="8046720" cy="274320"/>
          </a:xfrm>
          <a:prstGeom prst="rect">
            <a:avLst/>
          </a:prstGeom>
          <a:noFill/>
        </p:spPr>
        <p:txBody>
          <a:bodyPr wrap="square" lIns="0" tIns="0" rIns="0" bIns="0">
            <a:spAutoFit/>
          </a:bodyPr>
          <a:lstStyle/>
          <a:p>
            <a:r>
              <a:rPr lang="vi-VN" sz="1200" i="1">
                <a:solidFill>
                  <a:srgbClr val="595959"/>
                </a:solidFill>
                <a:latin typeface="Arial"/>
              </a:rPr>
              <a:t>Màn hình Vận hành: chọn các buổi cần xếp trong tuần.</a:t>
            </a:r>
          </a:p>
        </p:txBody>
      </p:sp>
    </p:spTree>
    <p:extLst>
      <p:ext uri="{BB962C8B-B14F-4D97-AF65-F5344CB8AC3E}">
        <p14:creationId xmlns:p14="http://schemas.microsoft.com/office/powerpoint/2010/main" val="2665684633"/>
      </p:ext>
    </p:extLst>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8F3ED"/>
        </a:solidFill>
        <a:effectLst/>
      </p:bgPr>
    </p:bg>
    <p:spTree>
      <p:nvGrpSpPr>
        <p:cNvPr id="1" name=""/>
        <p:cNvGrpSpPr/>
        <p:nvPr/>
      </p:nvGrpSpPr>
      <p:grpSpPr/>
      <p:sp>
        <p:nvSpPr>
          <p:cNvPr id="2" name="Title 1"/>
          <p:cNvSpPr>
            <a:spLocks noGrp="1"/>
          </p:cNvSpPr>
          <p:nvPr>
            <p:ph type="title"/>
          </p:nvPr>
        </p:nvSpPr>
        <p:spPr/>
        <p:txBody>
          <a:bodyPr/>
          <a:lstStyle/>
          <a:p>
            <a:r>
              <a:rPr lang="vi-VN"/>
              <a:t>Vì sao chọn dự án của chúng tôi</a:t>
            </a:r>
          </a:p>
        </p:txBody>
      </p:sp>
      <p:sp>
        <p:nvSpPr>
          <p:cNvPr id="3" name="TextBox 2"/>
          <p:cNvSpPr txBox="1"/>
          <p:nvPr/>
        </p:nvSpPr>
        <p:spPr>
          <a:xfrm>
            <a:off x="841248" y="2103120"/>
            <a:ext cx="3200400" cy="914400"/>
          </a:xfrm>
          <a:prstGeom prst="rect">
            <a:avLst/>
          </a:prstGeom>
          <a:noFill/>
        </p:spPr>
        <p:txBody>
          <a:bodyPr wrap="square" lIns="0" rIns="0" tIns="0" bIns="0">
            <a:spAutoFit/>
          </a:bodyPr>
          <a:lstStyle/>
          <a:p>
            <a:r>
              <a:rPr sz="6000" b="1" lang="vi-VN">
                <a:solidFill>
                  <a:srgbClr val="1F1F1F"/>
                </a:solidFill>
                <a:latin typeface="Arial"/>
              </a:rPr>
              <a:t>01</a:t>
            </a:r>
          </a:p>
        </p:txBody>
      </p:sp>
      <p:cxnSp>
        <p:nvCxnSpPr>
          <p:cNvPr id="4" name="Connector 3"/>
          <p:cNvCxnSpPr/>
          <p:nvPr/>
        </p:nvCxnSpPr>
        <p:spPr>
          <a:xfrm>
            <a:off x="841248" y="3108960"/>
            <a:ext cx="1097280" cy="0"/>
          </a:xfrm>
          <a:prstGeom prst="line">
            <a:avLst/>
          </a:prstGeom>
          <a:ln w="25400">
            <a:solidFill>
              <a:srgbClr val="1F1F1F"/>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841248" y="3383280"/>
            <a:ext cx="3200400" cy="1005840"/>
          </a:xfrm>
          <a:prstGeom prst="rect">
            <a:avLst/>
          </a:prstGeom>
          <a:noFill/>
        </p:spPr>
        <p:txBody>
          <a:bodyPr wrap="square" lIns="0" rIns="0" tIns="0" bIns="0">
            <a:spAutoFit/>
          </a:bodyPr>
          <a:lstStyle/>
          <a:p>
            <a:r>
              <a:rPr sz="2600" b="1" lang="vi-VN">
                <a:solidFill>
                  <a:srgbClr val="1F1F1F"/>
                </a:solidFill>
                <a:latin typeface="Arial"/>
              </a:rPr>
              <a:t>Có sản phẩm</a:t>
            </a:r>
          </a:p>
        </p:txBody>
      </p:sp>
      <p:sp>
        <p:nvSpPr>
          <p:cNvPr id="6" name="TextBox 5"/>
          <p:cNvSpPr txBox="1"/>
          <p:nvPr/>
        </p:nvSpPr>
        <p:spPr>
          <a:xfrm>
            <a:off x="841248" y="4434840"/>
            <a:ext cx="3200400" cy="1371600"/>
          </a:xfrm>
          <a:prstGeom prst="rect">
            <a:avLst/>
          </a:prstGeom>
          <a:noFill/>
        </p:spPr>
        <p:txBody>
          <a:bodyPr wrap="square" lIns="0" rIns="0" tIns="0" bIns="0">
            <a:spAutoFit/>
          </a:bodyPr>
          <a:lstStyle/>
          <a:p>
            <a:r>
              <a:rPr sz="1600" b="0" lang="vi-VN">
                <a:solidFill>
                  <a:srgbClr val="555555"/>
                </a:solidFill>
                <a:latin typeface="Arial"/>
              </a:rPr>
              <a:t>Phần mềm chạy được trên máy Windows; 757 bài kiểm thử tự động đều đạt.</a:t>
            </a:r>
          </a:p>
        </p:txBody>
      </p:sp>
      <p:cxnSp>
        <p:nvCxnSpPr>
          <p:cNvPr id="7" name="Connector 6"/>
          <p:cNvCxnSpPr/>
          <p:nvPr/>
        </p:nvCxnSpPr>
        <p:spPr>
          <a:xfrm>
            <a:off x="4270248" y="2194560"/>
            <a:ext cx="0" cy="3474720"/>
          </a:xfrm>
          <a:prstGeom prst="line">
            <a:avLst/>
          </a:prstGeom>
          <a:ln w="12700">
            <a:solidFill>
              <a:srgbClr val="BFBFBF"/>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4498848" y="2103120"/>
            <a:ext cx="3200400" cy="914400"/>
          </a:xfrm>
          <a:prstGeom prst="rect">
            <a:avLst/>
          </a:prstGeom>
          <a:noFill/>
        </p:spPr>
        <p:txBody>
          <a:bodyPr wrap="square" lIns="0" rIns="0" tIns="0" bIns="0">
            <a:spAutoFit/>
          </a:bodyPr>
          <a:lstStyle/>
          <a:p>
            <a:r>
              <a:rPr sz="6000" b="1" lang="vi-VN">
                <a:solidFill>
                  <a:srgbClr val="1F1F1F"/>
                </a:solidFill>
                <a:latin typeface="Arial"/>
              </a:rPr>
              <a:t>02</a:t>
            </a:r>
          </a:p>
        </p:txBody>
      </p:sp>
      <p:cxnSp>
        <p:nvCxnSpPr>
          <p:cNvPr id="9" name="Connector 8"/>
          <p:cNvCxnSpPr/>
          <p:nvPr/>
        </p:nvCxnSpPr>
        <p:spPr>
          <a:xfrm>
            <a:off x="4498848" y="3108960"/>
            <a:ext cx="1097280" cy="0"/>
          </a:xfrm>
          <a:prstGeom prst="line">
            <a:avLst/>
          </a:prstGeom>
          <a:ln w="25400">
            <a:solidFill>
              <a:srgbClr val="1F1F1F"/>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4498848" y="3383280"/>
            <a:ext cx="3200400" cy="1005840"/>
          </a:xfrm>
          <a:prstGeom prst="rect">
            <a:avLst/>
          </a:prstGeom>
          <a:noFill/>
        </p:spPr>
        <p:txBody>
          <a:bodyPr wrap="square" lIns="0" rIns="0" tIns="0" bIns="0">
            <a:spAutoFit/>
          </a:bodyPr>
          <a:lstStyle/>
          <a:p>
            <a:r>
              <a:rPr sz="2600" b="1" lang="vi-VN">
                <a:solidFill>
                  <a:srgbClr val="1F1F1F"/>
                </a:solidFill>
                <a:latin typeface="Arial"/>
              </a:rPr>
              <a:t>Giải quyết vấn đề thực tiễn</a:t>
            </a:r>
          </a:p>
        </p:txBody>
      </p:sp>
      <p:sp>
        <p:nvSpPr>
          <p:cNvPr id="11" name="TextBox 10"/>
          <p:cNvSpPr txBox="1"/>
          <p:nvPr/>
        </p:nvSpPr>
        <p:spPr>
          <a:xfrm>
            <a:off x="4498848" y="4434840"/>
            <a:ext cx="3200400" cy="1371600"/>
          </a:xfrm>
          <a:prstGeom prst="rect">
            <a:avLst/>
          </a:prstGeom>
          <a:noFill/>
        </p:spPr>
        <p:txBody>
          <a:bodyPr wrap="square" lIns="0" rIns="0" tIns="0" bIns="0">
            <a:spAutoFit/>
          </a:bodyPr>
          <a:lstStyle/>
          <a:p>
            <a:r>
              <a:rPr sz="1600" b="0" lang="vi-VN">
                <a:solidFill>
                  <a:srgbClr val="555555"/>
                </a:solidFill>
                <a:latin typeface="Arial"/>
              </a:rPr>
              <a:t>Thay cách xếp CLB theo thứ tự đăng ký đang dùng tại trường.</a:t>
            </a:r>
          </a:p>
        </p:txBody>
      </p:sp>
      <p:cxnSp>
        <p:nvCxnSpPr>
          <p:cNvPr id="12" name="Connector 11"/>
          <p:cNvCxnSpPr/>
          <p:nvPr/>
        </p:nvCxnSpPr>
        <p:spPr>
          <a:xfrm>
            <a:off x="7927848" y="2194560"/>
            <a:ext cx="0" cy="3474720"/>
          </a:xfrm>
          <a:prstGeom prst="line">
            <a:avLst/>
          </a:prstGeom>
          <a:ln w="12700">
            <a:solidFill>
              <a:srgbClr val="BFBFBF"/>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8156448" y="2103120"/>
            <a:ext cx="3200400" cy="914400"/>
          </a:xfrm>
          <a:prstGeom prst="rect">
            <a:avLst/>
          </a:prstGeom>
          <a:noFill/>
        </p:spPr>
        <p:txBody>
          <a:bodyPr wrap="square" lIns="0" rIns="0" tIns="0" bIns="0">
            <a:spAutoFit/>
          </a:bodyPr>
          <a:lstStyle/>
          <a:p>
            <a:r>
              <a:rPr sz="6000" b="1" lang="vi-VN">
                <a:solidFill>
                  <a:srgbClr val="1F1F1F"/>
                </a:solidFill>
                <a:latin typeface="Arial"/>
              </a:rPr>
              <a:t>03</a:t>
            </a:r>
          </a:p>
        </p:txBody>
      </p:sp>
      <p:cxnSp>
        <p:nvCxnSpPr>
          <p:cNvPr id="14" name="Connector 13"/>
          <p:cNvCxnSpPr/>
          <p:nvPr/>
        </p:nvCxnSpPr>
        <p:spPr>
          <a:xfrm>
            <a:off x="8156448" y="3108960"/>
            <a:ext cx="1097280" cy="0"/>
          </a:xfrm>
          <a:prstGeom prst="line">
            <a:avLst/>
          </a:prstGeom>
          <a:ln w="25400">
            <a:solidFill>
              <a:srgbClr val="1F1F1F"/>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8156448" y="3383280"/>
            <a:ext cx="3200400" cy="1005840"/>
          </a:xfrm>
          <a:prstGeom prst="rect">
            <a:avLst/>
          </a:prstGeom>
          <a:noFill/>
        </p:spPr>
        <p:txBody>
          <a:bodyPr wrap="square" lIns="0" rIns="0" tIns="0" bIns="0">
            <a:spAutoFit/>
          </a:bodyPr>
          <a:lstStyle/>
          <a:p>
            <a:r>
              <a:rPr sz="2600" b="1" lang="vi-VN">
                <a:solidFill>
                  <a:srgbClr val="1F1F1F"/>
                </a:solidFill>
                <a:latin typeface="Arial"/>
              </a:rPr>
              <a:t>Có thể triển khai ngay lập tức</a:t>
            </a:r>
          </a:p>
        </p:txBody>
      </p:sp>
      <p:sp>
        <p:nvSpPr>
          <p:cNvPr id="16" name="TextBox 15"/>
          <p:cNvSpPr txBox="1"/>
          <p:nvPr/>
        </p:nvSpPr>
        <p:spPr>
          <a:xfrm>
            <a:off x="8156448" y="4434840"/>
            <a:ext cx="3200400" cy="1371600"/>
          </a:xfrm>
          <a:prstGeom prst="rect">
            <a:avLst/>
          </a:prstGeom>
          <a:noFill/>
        </p:spPr>
        <p:txBody>
          <a:bodyPr wrap="square" lIns="0" rIns="0" tIns="0" bIns="0">
            <a:spAutoFit/>
          </a:bodyPr>
          <a:lstStyle/>
          <a:p>
            <a:r>
              <a:rPr sz="1600" b="0" lang="vi-VN">
                <a:solidFill>
                  <a:srgbClr val="555555"/>
                </a:solidFill>
                <a:latin typeface="Arial"/>
              </a:rPr>
              <a:t>Chạy ngoại tuyến, không cần cài đặt, nhập thẳng tệp Excel từ Microsoft Forms.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8F3ED"/>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6EC58A-6E53-D3CB-81E2-EA9D298FF4C0}"/>
              </a:ext>
            </a:extLst>
          </p:cNvPr>
          <p:cNvSpPr>
            <a:spLocks noGrp="1"/>
          </p:cNvSpPr>
          <p:nvPr>
            <p:ph type="title"/>
          </p:nvPr>
        </p:nvSpPr>
        <p:spPr/>
        <p:txBody>
          <a:bodyPr/>
          <a:lstStyle/>
          <a:p>
            <a:r>
              <a:rPr lang="vi-VN"/>
              <a:t>Định hướng tương lai </a:t>
            </a:r>
          </a:p>
        </p:txBody>
      </p:sp>
      <p:sp>
        <p:nvSpPr>
          <p:cNvPr id="3" name="TextBox 2"/>
          <p:cNvSpPr txBox="1"/>
          <p:nvPr/>
        </p:nvSpPr>
        <p:spPr>
          <a:xfrm>
            <a:off x="841248" y="2148840"/>
            <a:ext cx="4937760" cy="914400"/>
          </a:xfrm>
          <a:prstGeom prst="rect">
            <a:avLst/>
          </a:prstGeom>
          <a:noFill/>
        </p:spPr>
        <p:txBody>
          <a:bodyPr wrap="square" anchor="t" lIns="0" rIns="0" tIns="0" bIns="0">
            <a:spAutoFit/>
          </a:bodyPr>
          <a:lstStyle/>
          <a:p>
            <a:r>
              <a:rPr sz="6000" b="1" lang="vi-VN">
                <a:solidFill>
                  <a:srgbClr val="1F1F1F"/>
                </a:solidFill>
                <a:latin typeface="Arial"/>
              </a:rPr>
              <a:t>01</a:t>
            </a:r>
          </a:p>
        </p:txBody>
      </p:sp>
      <p:cxnSp>
        <p:nvCxnSpPr>
          <p:cNvPr id="4" name="Connector 3"/>
          <p:cNvCxnSpPr/>
          <p:nvPr/>
        </p:nvCxnSpPr>
        <p:spPr>
          <a:xfrm>
            <a:off x="841248" y="3154680"/>
            <a:ext cx="1097280" cy="0"/>
          </a:xfrm>
          <a:prstGeom prst="line">
            <a:avLst/>
          </a:prstGeom>
          <a:ln w="25400">
            <a:solidFill>
              <a:srgbClr val="1F1F1F"/>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841248" y="3429000"/>
            <a:ext cx="4937760" cy="2011680"/>
          </a:xfrm>
          <a:prstGeom prst="rect">
            <a:avLst/>
          </a:prstGeom>
          <a:noFill/>
        </p:spPr>
        <p:txBody>
          <a:bodyPr wrap="square" anchor="t" lIns="0" rIns="0" tIns="0" bIns="0">
            <a:spAutoFit/>
          </a:bodyPr>
          <a:lstStyle/>
          <a:p>
            <a:r>
              <a:rPr sz="3000" b="0" lang="vi-VN">
                <a:solidFill>
                  <a:srgbClr val="1F1F1F"/>
                </a:solidFill>
                <a:latin typeface="Arial"/>
              </a:rPr>
              <a:t>Cải thiện tương tác với người dùng</a:t>
            </a:r>
          </a:p>
        </p:txBody>
      </p:sp>
      <p:sp>
        <p:nvSpPr>
          <p:cNvPr id="6" name="TextBox 5"/>
          <p:cNvSpPr txBox="1"/>
          <p:nvPr/>
        </p:nvSpPr>
        <p:spPr>
          <a:xfrm>
            <a:off x="6419088" y="2148840"/>
            <a:ext cx="4937760" cy="914400"/>
          </a:xfrm>
          <a:prstGeom prst="rect">
            <a:avLst/>
          </a:prstGeom>
          <a:noFill/>
        </p:spPr>
        <p:txBody>
          <a:bodyPr wrap="square" anchor="t" lIns="0" rIns="0" tIns="0" bIns="0">
            <a:spAutoFit/>
          </a:bodyPr>
          <a:lstStyle/>
          <a:p>
            <a:r>
              <a:rPr sz="6000" b="1" lang="vi-VN">
                <a:solidFill>
                  <a:srgbClr val="1F1F1F"/>
                </a:solidFill>
                <a:latin typeface="Arial"/>
              </a:rPr>
              <a:t>02</a:t>
            </a:r>
          </a:p>
        </p:txBody>
      </p:sp>
      <p:cxnSp>
        <p:nvCxnSpPr>
          <p:cNvPr id="7" name="Connector 6"/>
          <p:cNvCxnSpPr/>
          <p:nvPr/>
        </p:nvCxnSpPr>
        <p:spPr>
          <a:xfrm>
            <a:off x="6419088" y="3154680"/>
            <a:ext cx="1097279" cy="0"/>
          </a:xfrm>
          <a:prstGeom prst="line">
            <a:avLst/>
          </a:prstGeom>
          <a:ln w="25400">
            <a:solidFill>
              <a:srgbClr val="1F1F1F"/>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6419088" y="3429000"/>
            <a:ext cx="4937760" cy="2011680"/>
          </a:xfrm>
          <a:prstGeom prst="rect">
            <a:avLst/>
          </a:prstGeom>
          <a:noFill/>
        </p:spPr>
        <p:txBody>
          <a:bodyPr wrap="square" anchor="t" lIns="0" rIns="0" tIns="0" bIns="0">
            <a:spAutoFit/>
          </a:bodyPr>
          <a:lstStyle/>
          <a:p>
            <a:r>
              <a:rPr sz="3000" b="0" lang="vi-VN">
                <a:solidFill>
                  <a:srgbClr val="1F1F1F"/>
                </a:solidFill>
                <a:latin typeface="Arial"/>
              </a:rPr>
              <a:t>Nghiên cứu thay đổi xét bằng số bốc thăm bằng cách khác</a:t>
            </a:r>
          </a:p>
        </p:txBody>
      </p:sp>
      <p:cxnSp>
        <p:nvCxnSpPr>
          <p:cNvPr id="9" name="Connector 8"/>
          <p:cNvCxnSpPr/>
          <p:nvPr/>
        </p:nvCxnSpPr>
        <p:spPr>
          <a:xfrm>
            <a:off x="6099048" y="2194560"/>
            <a:ext cx="0" cy="3200400"/>
          </a:xfrm>
          <a:prstGeom prst="line">
            <a:avLst/>
          </a:prstGeom>
          <a:ln w="12700">
            <a:solidFill>
              <a:srgbClr val="BFBFBF"/>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96419651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8F3ED"/>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F13C74B1-5B17-4795-BED0-7140497B44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rgbClr val="F8F3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2" name="Title 1">
            <a:extLst>
              <a:ext uri="{FF2B5EF4-FFF2-40B4-BE49-F238E27FC236}">
                <a16:creationId xmlns:a16="http://schemas.microsoft.com/office/drawing/2014/main" id="{39603B36-5E03-9395-91DE-0CF6E483CB11}"/>
              </a:ext>
            </a:extLst>
          </p:cNvPr>
          <p:cNvSpPr>
            <a:spLocks noGrp="1"/>
          </p:cNvSpPr>
          <p:nvPr>
            <p:ph type="title"/>
          </p:nvPr>
        </p:nvSpPr>
        <p:spPr>
          <a:xfrm>
            <a:off x="640080" y="325369"/>
            <a:ext cx="4368602" cy="1956841"/>
          </a:xfrm>
        </p:spPr>
        <p:txBody>
          <a:bodyPr anchor="b">
            <a:normAutofit/>
          </a:bodyPr>
          <a:lstStyle/>
          <a:p>
            <a:r>
              <a:rPr lang="vi-VN" sz="4200"/>
              <a:t>Cảm ơn mọi người đã lắng nghe </a:t>
            </a:r>
          </a:p>
        </p:txBody>
      </p:sp>
      <p:sp>
        <p:nvSpPr>
          <p:cNvPr id="12" name="sketchy line">
            <a:extLst>
              <a:ext uri="{FF2B5EF4-FFF2-40B4-BE49-F238E27FC236}">
                <a16:creationId xmlns:a16="http://schemas.microsoft.com/office/drawing/2014/main" id="{D4974D33-8DC5-464E-8C6D-BE58F0669C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80" y="2586994"/>
            <a:ext cx="3474720" cy="18288"/>
          </a:xfrm>
          <a:custGeom>
            <a:avLst/>
            <a:gdLst>
              <a:gd name="csX0" fmla="*/ 0 w 3474720"/>
              <a:gd name="csY0" fmla="*/ 0 h 18288"/>
              <a:gd name="csX1" fmla="*/ 694944 w 3474720"/>
              <a:gd name="csY1" fmla="*/ 0 h 18288"/>
              <a:gd name="csX2" fmla="*/ 1355141 w 3474720"/>
              <a:gd name="csY2" fmla="*/ 0 h 18288"/>
              <a:gd name="csX3" fmla="*/ 2015338 w 3474720"/>
              <a:gd name="csY3" fmla="*/ 0 h 18288"/>
              <a:gd name="csX4" fmla="*/ 2779776 w 3474720"/>
              <a:gd name="csY4" fmla="*/ 0 h 18288"/>
              <a:gd name="csX5" fmla="*/ 3474720 w 3474720"/>
              <a:gd name="csY5" fmla="*/ 0 h 18288"/>
              <a:gd name="csX6" fmla="*/ 3474720 w 3474720"/>
              <a:gd name="csY6" fmla="*/ 18288 h 18288"/>
              <a:gd name="csX7" fmla="*/ 2779776 w 3474720"/>
              <a:gd name="csY7" fmla="*/ 18288 h 18288"/>
              <a:gd name="csX8" fmla="*/ 2189074 w 3474720"/>
              <a:gd name="csY8" fmla="*/ 18288 h 18288"/>
              <a:gd name="csX9" fmla="*/ 1528877 w 3474720"/>
              <a:gd name="csY9" fmla="*/ 18288 h 18288"/>
              <a:gd name="csX10" fmla="*/ 868680 w 3474720"/>
              <a:gd name="csY10" fmla="*/ 18288 h 18288"/>
              <a:gd name="csX11" fmla="*/ 0 w 3474720"/>
              <a:gd name="csY11" fmla="*/ 18288 h 18288"/>
              <a:gd name="csX12" fmla="*/ 0 w 3474720"/>
              <a:gd name="csY12"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3474720" h="18288" fill="none" extrusionOk="0">
                <a:moveTo>
                  <a:pt x="0" y="0"/>
                </a:moveTo>
                <a:cubicBezTo>
                  <a:pt x="224454" y="-14544"/>
                  <a:pt x="495407" y="26540"/>
                  <a:pt x="694944" y="0"/>
                </a:cubicBezTo>
                <a:cubicBezTo>
                  <a:pt x="894481" y="-26540"/>
                  <a:pt x="1130063" y="24713"/>
                  <a:pt x="1355141" y="0"/>
                </a:cubicBezTo>
                <a:cubicBezTo>
                  <a:pt x="1580219" y="-24713"/>
                  <a:pt x="1820099" y="26695"/>
                  <a:pt x="2015338" y="0"/>
                </a:cubicBezTo>
                <a:cubicBezTo>
                  <a:pt x="2210577" y="-26695"/>
                  <a:pt x="2402045" y="165"/>
                  <a:pt x="2779776" y="0"/>
                </a:cubicBezTo>
                <a:cubicBezTo>
                  <a:pt x="3157507" y="-165"/>
                  <a:pt x="3286859" y="-15571"/>
                  <a:pt x="3474720" y="0"/>
                </a:cubicBezTo>
                <a:cubicBezTo>
                  <a:pt x="3474286" y="7551"/>
                  <a:pt x="3474253" y="9822"/>
                  <a:pt x="3474720" y="18288"/>
                </a:cubicBezTo>
                <a:cubicBezTo>
                  <a:pt x="3233904" y="29845"/>
                  <a:pt x="2945134" y="-5256"/>
                  <a:pt x="2779776" y="18288"/>
                </a:cubicBezTo>
                <a:cubicBezTo>
                  <a:pt x="2614418" y="41832"/>
                  <a:pt x="2339768" y="22709"/>
                  <a:pt x="2189074" y="18288"/>
                </a:cubicBezTo>
                <a:cubicBezTo>
                  <a:pt x="2038380" y="13867"/>
                  <a:pt x="1817434" y="-4947"/>
                  <a:pt x="1528877" y="18288"/>
                </a:cubicBezTo>
                <a:cubicBezTo>
                  <a:pt x="1240320" y="41523"/>
                  <a:pt x="1042447" y="37198"/>
                  <a:pt x="868680" y="18288"/>
                </a:cubicBezTo>
                <a:cubicBezTo>
                  <a:pt x="694913" y="-622"/>
                  <a:pt x="233232" y="44909"/>
                  <a:pt x="0" y="18288"/>
                </a:cubicBezTo>
                <a:cubicBezTo>
                  <a:pt x="60" y="11696"/>
                  <a:pt x="66" y="3758"/>
                  <a:pt x="0" y="0"/>
                </a:cubicBezTo>
                <a:close/>
              </a:path>
              <a:path w="3474720" h="18288" stroke="0" extrusionOk="0">
                <a:moveTo>
                  <a:pt x="0" y="0"/>
                </a:moveTo>
                <a:cubicBezTo>
                  <a:pt x="202328" y="-14716"/>
                  <a:pt x="332722" y="-11499"/>
                  <a:pt x="625450" y="0"/>
                </a:cubicBezTo>
                <a:cubicBezTo>
                  <a:pt x="918178" y="11499"/>
                  <a:pt x="1096688" y="5123"/>
                  <a:pt x="1389888" y="0"/>
                </a:cubicBezTo>
                <a:cubicBezTo>
                  <a:pt x="1683088" y="-5123"/>
                  <a:pt x="1835981" y="-14038"/>
                  <a:pt x="1980590" y="0"/>
                </a:cubicBezTo>
                <a:cubicBezTo>
                  <a:pt x="2125199" y="14038"/>
                  <a:pt x="2396099" y="-7203"/>
                  <a:pt x="2571293" y="0"/>
                </a:cubicBezTo>
                <a:cubicBezTo>
                  <a:pt x="2746487" y="7203"/>
                  <a:pt x="3041609" y="-12036"/>
                  <a:pt x="3474720" y="0"/>
                </a:cubicBezTo>
                <a:cubicBezTo>
                  <a:pt x="3474638" y="4406"/>
                  <a:pt x="3474631" y="9982"/>
                  <a:pt x="3474720" y="18288"/>
                </a:cubicBezTo>
                <a:cubicBezTo>
                  <a:pt x="3324873" y="21876"/>
                  <a:pt x="3136771" y="12587"/>
                  <a:pt x="2814523" y="18288"/>
                </a:cubicBezTo>
                <a:cubicBezTo>
                  <a:pt x="2492275" y="23989"/>
                  <a:pt x="2294402" y="47111"/>
                  <a:pt x="2154326" y="18288"/>
                </a:cubicBezTo>
                <a:cubicBezTo>
                  <a:pt x="2014250" y="-10535"/>
                  <a:pt x="1820317" y="33903"/>
                  <a:pt x="1494130" y="18288"/>
                </a:cubicBezTo>
                <a:cubicBezTo>
                  <a:pt x="1167943" y="2673"/>
                  <a:pt x="948432" y="14868"/>
                  <a:pt x="729691" y="18288"/>
                </a:cubicBezTo>
                <a:cubicBezTo>
                  <a:pt x="510950" y="21708"/>
                  <a:pt x="264032" y="24354"/>
                  <a:pt x="0" y="18288"/>
                </a:cubicBezTo>
                <a:cubicBezTo>
                  <a:pt x="189" y="14288"/>
                  <a:pt x="-703" y="3747"/>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3" name="Content Placeholder 2">
            <a:extLst>
              <a:ext uri="{FF2B5EF4-FFF2-40B4-BE49-F238E27FC236}">
                <a16:creationId xmlns:a16="http://schemas.microsoft.com/office/drawing/2014/main" id="{95F9CFC5-6AAB-5EC3-3C4C-D733C245024A}"/>
              </a:ext>
            </a:extLst>
          </p:cNvPr>
          <p:cNvSpPr>
            <a:spLocks noGrp="1"/>
          </p:cNvSpPr>
          <p:nvPr>
            <p:ph idx="1"/>
          </p:nvPr>
        </p:nvSpPr>
        <p:spPr>
          <a:xfrm>
            <a:off x="640080" y="2872899"/>
            <a:ext cx="4243589" cy="3320668"/>
          </a:xfrm>
        </p:spPr>
        <p:txBody>
          <a:bodyPr>
            <a:normAutofit/>
          </a:bodyPr>
          <a:lstStyle/>
          <a:p>
            <a:r>
              <a:rPr lang="vi-VN" sz="2200"/>
              <a:t>Cảm ơn mọi người đã dành thời gian </a:t>
            </a:r>
          </a:p>
        </p:txBody>
      </p:sp>
      <p:pic>
        <p:nvPicPr>
          <p:cNvPr id="5" name="Picture 4" descr="Hơn 97.000 Thank You ảnh, hình chụp &amp; hình ảnh trả phí bản quyền một lần sẵn có - iStock">
            <a:extLst>
              <a:ext uri="{FF2B5EF4-FFF2-40B4-BE49-F238E27FC236}">
                <a16:creationId xmlns:a16="http://schemas.microsoft.com/office/drawing/2014/main" id="{049FC74D-749F-A52B-80D1-3EA68BD331A5}"/>
              </a:ext>
            </a:extLst>
          </p:cNvPr>
          <p:cNvPicPr>
            <a:picLocks noChangeAspect="1"/>
          </p:cNvPicPr>
          <p:nvPr/>
        </p:nvPicPr>
        <p:blipFill>
          <a:blip r:embed="rId2"/>
          <a:srcRect b="303"/>
          <a:stretch>
            <a:fillRect/>
          </a:stretch>
        </p:blipFill>
        <p:spPr>
          <a:xfrm>
            <a:off x="5311702" y="10"/>
            <a:ext cx="6878775" cy="6857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p:spPr>
      </p:pic>
    </p:spTree>
    <p:extLst>
      <p:ext uri="{BB962C8B-B14F-4D97-AF65-F5344CB8AC3E}">
        <p14:creationId xmlns:p14="http://schemas.microsoft.com/office/powerpoint/2010/main" val="26739005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88</TotalTime>
  <Words>1059</Words>
  <Application>Microsoft Office PowerPoint</Application>
  <PresentationFormat>Widescreen</PresentationFormat>
  <Paragraphs>105</Paragraphs>
  <Slides>13</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Aptos</vt:lpstr>
      <vt:lpstr>Arial</vt:lpstr>
      <vt:lpstr>Office Theme</vt:lpstr>
      <vt:lpstr>Thuyết trình về cuộc thi khoa học kỹ thuật</vt:lpstr>
      <vt:lpstr>Nội dung </vt:lpstr>
      <vt:lpstr>1. Bài toán sắp xếp CLB</vt:lpstr>
      <vt:lpstr>2. Giải pháp với 3 bước đơn giản</vt:lpstr>
      <vt:lpstr>Năm bước thao tác</vt:lpstr>
      <vt:lpstr>Cách CLB xác định học sinh</vt:lpstr>
      <vt:lpstr>Phần mềm vận hành qua 6 bước</vt:lpstr>
      <vt:lpstr>Thông số đầu đủ</vt:lpstr>
      <vt:lpstr>Thử nghiệm với 140 HS, 12 CLB, 150 suất</vt:lpstr>
      <vt:lpstr>Số liệu chứng minh công bằng</vt:lpstr>
      <vt:lpstr>Phù hợp với nhiều cách tổ chức </vt:lpstr>
      <vt:lpstr>Định hướng tương lai </vt:lpstr>
      <vt:lpstr>Cảm ơn mọi người đã lắng nghe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Truong-Nguyen Phan Van:C161801085</dc:creator>
  <cp:lastModifiedBy>Truong-Nguyen Phan Van:C161801085</cp:lastModifiedBy>
  <cp:revision>6</cp:revision>
  <dcterms:created xsi:type="dcterms:W3CDTF">2026-09-24T15:04:08Z</dcterms:created>
  <dcterms:modified xsi:type="dcterms:W3CDTF">2026-09-25T01:26:10Z</dcterms:modified>
</cp:coreProperties>
</file>